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70" r:id="rId9"/>
    <p:sldId id="271" r:id="rId10"/>
    <p:sldId id="262" r:id="rId11"/>
    <p:sldId id="263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255" userDrawn="1">
          <p15:clr>
            <a:srgbClr val="A4A3A4"/>
          </p15:clr>
        </p15:guide>
        <p15:guide id="6" orient="horz" pos="4065" userDrawn="1">
          <p15:clr>
            <a:srgbClr val="A4A3A4"/>
          </p15:clr>
        </p15:guide>
        <p15:guide id="7" orient="horz" pos="1933" userDrawn="1">
          <p15:clr>
            <a:srgbClr val="A4A3A4"/>
          </p15:clr>
        </p15:guide>
        <p15:guide id="8" pos="40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8791"/>
    <a:srgbClr val="F0F8F8"/>
    <a:srgbClr val="FFFFFF"/>
    <a:srgbClr val="EEF6F8"/>
    <a:srgbClr val="F3F3F3"/>
    <a:srgbClr val="EDF5F7"/>
    <a:srgbClr val="188F8E"/>
    <a:srgbClr val="00928B"/>
    <a:srgbClr val="C9EEF0"/>
    <a:srgbClr val="0074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62ECB-449E-4835-B1AB-E1F199C8AD04}" v="1113" dt="2025-05-31T22:35:03.059"/>
    <p1510:client id="{583C3DA9-32A8-4A57-BCFA-3B30D5E221EB}" v="876" dt="2025-05-31T22:24:59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8" y="96"/>
      </p:cViewPr>
      <p:guideLst>
        <p:guide orient="horz" pos="2160"/>
        <p:guide pos="325"/>
        <p:guide pos="7355"/>
        <p:guide pos="3840"/>
        <p:guide orient="horz" pos="255"/>
        <p:guide orient="horz" pos="4065"/>
        <p:guide orient="horz" pos="1933"/>
        <p:guide pos="40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6F030-64DE-4BE8-9ED4-04DC01C77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17089-3035-4D33-A701-D186B99C9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EC371-AEC6-4F86-94E0-D2E51B87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174DC-9AB4-4CE9-BECB-92D9F236A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F943A-7733-4094-8E07-87010816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15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CFAA35-61BE-49B4-BF69-CD3B9FFFE6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40229"/>
            <a:ext cx="5399313" cy="6124567"/>
          </a:xfrm>
          <a:custGeom>
            <a:avLst/>
            <a:gdLst>
              <a:gd name="connsiteX0" fmla="*/ 0 w 3696081"/>
              <a:gd name="connsiteY0" fmla="*/ 0 h 5565267"/>
              <a:gd name="connsiteX1" fmla="*/ 3696081 w 3696081"/>
              <a:gd name="connsiteY1" fmla="*/ 0 h 5565267"/>
              <a:gd name="connsiteX2" fmla="*/ 3696081 w 3696081"/>
              <a:gd name="connsiteY2" fmla="*/ 5565267 h 5565267"/>
              <a:gd name="connsiteX3" fmla="*/ 0 w 3696081"/>
              <a:gd name="connsiteY3" fmla="*/ 5565267 h 5565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6081" h="5565267">
                <a:moveTo>
                  <a:pt x="0" y="0"/>
                </a:moveTo>
                <a:lnTo>
                  <a:pt x="3696081" y="0"/>
                </a:lnTo>
                <a:lnTo>
                  <a:pt x="3696081" y="5565267"/>
                </a:lnTo>
                <a:lnTo>
                  <a:pt x="0" y="5565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17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BDFDAD8-6794-4960-BEE8-762B5ABDC1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9226" y="583593"/>
            <a:ext cx="2912487" cy="4067720"/>
          </a:xfrm>
          <a:custGeom>
            <a:avLst/>
            <a:gdLst>
              <a:gd name="connsiteX0" fmla="*/ 0 w 2912487"/>
              <a:gd name="connsiteY0" fmla="*/ 0 h 4067720"/>
              <a:gd name="connsiteX1" fmla="*/ 2912487 w 2912487"/>
              <a:gd name="connsiteY1" fmla="*/ 0 h 4067720"/>
              <a:gd name="connsiteX2" fmla="*/ 2912487 w 2912487"/>
              <a:gd name="connsiteY2" fmla="*/ 4067720 h 4067720"/>
              <a:gd name="connsiteX3" fmla="*/ 0 w 2912487"/>
              <a:gd name="connsiteY3" fmla="*/ 4067720 h 40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2487" h="4067720">
                <a:moveTo>
                  <a:pt x="0" y="0"/>
                </a:moveTo>
                <a:lnTo>
                  <a:pt x="2912487" y="0"/>
                </a:lnTo>
                <a:lnTo>
                  <a:pt x="2912487" y="4067720"/>
                </a:lnTo>
                <a:lnTo>
                  <a:pt x="0" y="40677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13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055F914-2DC1-4C29-AAB8-8893EBF65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4740" y="3979995"/>
            <a:ext cx="4411660" cy="1876795"/>
          </a:xfrm>
          <a:custGeom>
            <a:avLst/>
            <a:gdLst>
              <a:gd name="connsiteX0" fmla="*/ 0 w 4411660"/>
              <a:gd name="connsiteY0" fmla="*/ 0 h 1876795"/>
              <a:gd name="connsiteX1" fmla="*/ 4411660 w 4411660"/>
              <a:gd name="connsiteY1" fmla="*/ 0 h 1876795"/>
              <a:gd name="connsiteX2" fmla="*/ 4411660 w 4411660"/>
              <a:gd name="connsiteY2" fmla="*/ 1876795 h 1876795"/>
              <a:gd name="connsiteX3" fmla="*/ 0 w 4411660"/>
              <a:gd name="connsiteY3" fmla="*/ 1876795 h 187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1660" h="1876795">
                <a:moveTo>
                  <a:pt x="0" y="0"/>
                </a:moveTo>
                <a:lnTo>
                  <a:pt x="4411660" y="0"/>
                </a:lnTo>
                <a:lnTo>
                  <a:pt x="4411660" y="1876795"/>
                </a:lnTo>
                <a:lnTo>
                  <a:pt x="0" y="187679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AAB4745-DA40-42A2-A0C7-D115AB890E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54799" y="1552218"/>
            <a:ext cx="4411661" cy="1894918"/>
          </a:xfrm>
          <a:custGeom>
            <a:avLst/>
            <a:gdLst>
              <a:gd name="connsiteX0" fmla="*/ 0 w 4411661"/>
              <a:gd name="connsiteY0" fmla="*/ 0 h 1894918"/>
              <a:gd name="connsiteX1" fmla="*/ 4411661 w 4411661"/>
              <a:gd name="connsiteY1" fmla="*/ 0 h 1894918"/>
              <a:gd name="connsiteX2" fmla="*/ 4411661 w 4411661"/>
              <a:gd name="connsiteY2" fmla="*/ 1894918 h 1894918"/>
              <a:gd name="connsiteX3" fmla="*/ 0 w 4411661"/>
              <a:gd name="connsiteY3" fmla="*/ 1894918 h 1894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1661" h="1894918">
                <a:moveTo>
                  <a:pt x="0" y="0"/>
                </a:moveTo>
                <a:lnTo>
                  <a:pt x="4411661" y="0"/>
                </a:lnTo>
                <a:lnTo>
                  <a:pt x="4411661" y="1894918"/>
                </a:lnTo>
                <a:lnTo>
                  <a:pt x="0" y="18949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869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07E986A-E057-4976-BB38-B54C066B12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2568" y="1394858"/>
            <a:ext cx="3544496" cy="3544496"/>
          </a:xfrm>
          <a:custGeom>
            <a:avLst/>
            <a:gdLst>
              <a:gd name="connsiteX0" fmla="*/ 1772248 w 3544496"/>
              <a:gd name="connsiteY0" fmla="*/ 0 h 3544496"/>
              <a:gd name="connsiteX1" fmla="*/ 3544496 w 3544496"/>
              <a:gd name="connsiteY1" fmla="*/ 1772248 h 3544496"/>
              <a:gd name="connsiteX2" fmla="*/ 1772248 w 3544496"/>
              <a:gd name="connsiteY2" fmla="*/ 3544496 h 3544496"/>
              <a:gd name="connsiteX3" fmla="*/ 0 w 3544496"/>
              <a:gd name="connsiteY3" fmla="*/ 1772248 h 3544496"/>
              <a:gd name="connsiteX4" fmla="*/ 1772248 w 3544496"/>
              <a:gd name="connsiteY4" fmla="*/ 0 h 354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4496" h="3544496">
                <a:moveTo>
                  <a:pt x="1772248" y="0"/>
                </a:moveTo>
                <a:cubicBezTo>
                  <a:pt x="2751034" y="0"/>
                  <a:pt x="3544496" y="793462"/>
                  <a:pt x="3544496" y="1772248"/>
                </a:cubicBezTo>
                <a:cubicBezTo>
                  <a:pt x="3544496" y="2751034"/>
                  <a:pt x="2751034" y="3544496"/>
                  <a:pt x="1772248" y="3544496"/>
                </a:cubicBezTo>
                <a:cubicBezTo>
                  <a:pt x="793462" y="3544496"/>
                  <a:pt x="0" y="2751034"/>
                  <a:pt x="0" y="1772248"/>
                </a:cubicBezTo>
                <a:cubicBezTo>
                  <a:pt x="0" y="793462"/>
                  <a:pt x="793462" y="0"/>
                  <a:pt x="177224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34C2622-44E5-4233-8DB7-161D46C3BE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12290" y="4154523"/>
            <a:ext cx="1569662" cy="1569662"/>
          </a:xfrm>
          <a:custGeom>
            <a:avLst/>
            <a:gdLst>
              <a:gd name="connsiteX0" fmla="*/ 784831 w 1569662"/>
              <a:gd name="connsiteY0" fmla="*/ 0 h 1569662"/>
              <a:gd name="connsiteX1" fmla="*/ 1569662 w 1569662"/>
              <a:gd name="connsiteY1" fmla="*/ 784831 h 1569662"/>
              <a:gd name="connsiteX2" fmla="*/ 784831 w 1569662"/>
              <a:gd name="connsiteY2" fmla="*/ 1569662 h 1569662"/>
              <a:gd name="connsiteX3" fmla="*/ 0 w 1569662"/>
              <a:gd name="connsiteY3" fmla="*/ 784831 h 1569662"/>
              <a:gd name="connsiteX4" fmla="*/ 784831 w 1569662"/>
              <a:gd name="connsiteY4" fmla="*/ 0 h 1569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9662" h="1569662">
                <a:moveTo>
                  <a:pt x="784831" y="0"/>
                </a:moveTo>
                <a:cubicBezTo>
                  <a:pt x="1218281" y="0"/>
                  <a:pt x="1569662" y="351381"/>
                  <a:pt x="1569662" y="784831"/>
                </a:cubicBezTo>
                <a:cubicBezTo>
                  <a:pt x="1569662" y="1218281"/>
                  <a:pt x="1218281" y="1569662"/>
                  <a:pt x="784831" y="1569662"/>
                </a:cubicBezTo>
                <a:cubicBezTo>
                  <a:pt x="351381" y="1569662"/>
                  <a:pt x="0" y="1218281"/>
                  <a:pt x="0" y="784831"/>
                </a:cubicBezTo>
                <a:cubicBezTo>
                  <a:pt x="0" y="351381"/>
                  <a:pt x="351381" y="0"/>
                  <a:pt x="78483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8703BCC-218E-4094-8FB9-A7DC32BEC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69914" y="4539885"/>
            <a:ext cx="1569662" cy="1569662"/>
          </a:xfrm>
          <a:custGeom>
            <a:avLst/>
            <a:gdLst>
              <a:gd name="connsiteX0" fmla="*/ 784831 w 1569662"/>
              <a:gd name="connsiteY0" fmla="*/ 0 h 1569662"/>
              <a:gd name="connsiteX1" fmla="*/ 1569662 w 1569662"/>
              <a:gd name="connsiteY1" fmla="*/ 784831 h 1569662"/>
              <a:gd name="connsiteX2" fmla="*/ 784831 w 1569662"/>
              <a:gd name="connsiteY2" fmla="*/ 1569662 h 1569662"/>
              <a:gd name="connsiteX3" fmla="*/ 0 w 1569662"/>
              <a:gd name="connsiteY3" fmla="*/ 784831 h 1569662"/>
              <a:gd name="connsiteX4" fmla="*/ 784831 w 1569662"/>
              <a:gd name="connsiteY4" fmla="*/ 0 h 1569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9662" h="1569662">
                <a:moveTo>
                  <a:pt x="784831" y="0"/>
                </a:moveTo>
                <a:cubicBezTo>
                  <a:pt x="1218281" y="0"/>
                  <a:pt x="1569662" y="351381"/>
                  <a:pt x="1569662" y="784831"/>
                </a:cubicBezTo>
                <a:cubicBezTo>
                  <a:pt x="1569662" y="1218281"/>
                  <a:pt x="1218281" y="1569662"/>
                  <a:pt x="784831" y="1569662"/>
                </a:cubicBezTo>
                <a:cubicBezTo>
                  <a:pt x="351381" y="1569662"/>
                  <a:pt x="0" y="1218281"/>
                  <a:pt x="0" y="784831"/>
                </a:cubicBezTo>
                <a:cubicBezTo>
                  <a:pt x="0" y="351381"/>
                  <a:pt x="351381" y="0"/>
                  <a:pt x="78483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BA95E64-8022-499B-A75A-A2F54C1AE2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48254" y="2438400"/>
            <a:ext cx="1973620" cy="1973620"/>
          </a:xfrm>
          <a:custGeom>
            <a:avLst/>
            <a:gdLst>
              <a:gd name="connsiteX0" fmla="*/ 1354585 w 2709170"/>
              <a:gd name="connsiteY0" fmla="*/ 0 h 2709170"/>
              <a:gd name="connsiteX1" fmla="*/ 2709170 w 2709170"/>
              <a:gd name="connsiteY1" fmla="*/ 1354585 h 2709170"/>
              <a:gd name="connsiteX2" fmla="*/ 1354585 w 2709170"/>
              <a:gd name="connsiteY2" fmla="*/ 2709170 h 2709170"/>
              <a:gd name="connsiteX3" fmla="*/ 0 w 2709170"/>
              <a:gd name="connsiteY3" fmla="*/ 1354585 h 2709170"/>
              <a:gd name="connsiteX4" fmla="*/ 1354585 w 2709170"/>
              <a:gd name="connsiteY4" fmla="*/ 0 h 270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9170" h="2709170">
                <a:moveTo>
                  <a:pt x="1354585" y="0"/>
                </a:moveTo>
                <a:cubicBezTo>
                  <a:pt x="2102702" y="0"/>
                  <a:pt x="2709170" y="606468"/>
                  <a:pt x="2709170" y="1354585"/>
                </a:cubicBezTo>
                <a:cubicBezTo>
                  <a:pt x="2709170" y="2102702"/>
                  <a:pt x="2102702" y="2709170"/>
                  <a:pt x="1354585" y="2709170"/>
                </a:cubicBezTo>
                <a:cubicBezTo>
                  <a:pt x="606468" y="2709170"/>
                  <a:pt x="0" y="2102702"/>
                  <a:pt x="0" y="1354585"/>
                </a:cubicBezTo>
                <a:cubicBezTo>
                  <a:pt x="0" y="606468"/>
                  <a:pt x="606468" y="0"/>
                  <a:pt x="135458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1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07E986A-E057-4976-BB38-B54C066B12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69761" y="1394858"/>
            <a:ext cx="3544496" cy="3544496"/>
          </a:xfrm>
          <a:custGeom>
            <a:avLst/>
            <a:gdLst>
              <a:gd name="connsiteX0" fmla="*/ 1772248 w 3544496"/>
              <a:gd name="connsiteY0" fmla="*/ 0 h 3544496"/>
              <a:gd name="connsiteX1" fmla="*/ 3544496 w 3544496"/>
              <a:gd name="connsiteY1" fmla="*/ 1772248 h 3544496"/>
              <a:gd name="connsiteX2" fmla="*/ 1772248 w 3544496"/>
              <a:gd name="connsiteY2" fmla="*/ 3544496 h 3544496"/>
              <a:gd name="connsiteX3" fmla="*/ 0 w 3544496"/>
              <a:gd name="connsiteY3" fmla="*/ 1772248 h 3544496"/>
              <a:gd name="connsiteX4" fmla="*/ 1772248 w 3544496"/>
              <a:gd name="connsiteY4" fmla="*/ 0 h 354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4496" h="3544496">
                <a:moveTo>
                  <a:pt x="1772248" y="0"/>
                </a:moveTo>
                <a:cubicBezTo>
                  <a:pt x="2751034" y="0"/>
                  <a:pt x="3544496" y="793462"/>
                  <a:pt x="3544496" y="1772248"/>
                </a:cubicBezTo>
                <a:cubicBezTo>
                  <a:pt x="3544496" y="2751034"/>
                  <a:pt x="2751034" y="3544496"/>
                  <a:pt x="1772248" y="3544496"/>
                </a:cubicBezTo>
                <a:cubicBezTo>
                  <a:pt x="793462" y="3544496"/>
                  <a:pt x="0" y="2751034"/>
                  <a:pt x="0" y="1772248"/>
                </a:cubicBezTo>
                <a:cubicBezTo>
                  <a:pt x="0" y="793462"/>
                  <a:pt x="793462" y="0"/>
                  <a:pt x="177224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34C2622-44E5-4233-8DB7-161D46C3BE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08854" y="4154523"/>
            <a:ext cx="1569662" cy="1569662"/>
          </a:xfrm>
          <a:custGeom>
            <a:avLst/>
            <a:gdLst>
              <a:gd name="connsiteX0" fmla="*/ 784831 w 1569662"/>
              <a:gd name="connsiteY0" fmla="*/ 0 h 1569662"/>
              <a:gd name="connsiteX1" fmla="*/ 1569662 w 1569662"/>
              <a:gd name="connsiteY1" fmla="*/ 784831 h 1569662"/>
              <a:gd name="connsiteX2" fmla="*/ 784831 w 1569662"/>
              <a:gd name="connsiteY2" fmla="*/ 1569662 h 1569662"/>
              <a:gd name="connsiteX3" fmla="*/ 0 w 1569662"/>
              <a:gd name="connsiteY3" fmla="*/ 784831 h 1569662"/>
              <a:gd name="connsiteX4" fmla="*/ 784831 w 1569662"/>
              <a:gd name="connsiteY4" fmla="*/ 0 h 1569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9662" h="1569662">
                <a:moveTo>
                  <a:pt x="784831" y="0"/>
                </a:moveTo>
                <a:cubicBezTo>
                  <a:pt x="1218281" y="0"/>
                  <a:pt x="1569662" y="351381"/>
                  <a:pt x="1569662" y="784831"/>
                </a:cubicBezTo>
                <a:cubicBezTo>
                  <a:pt x="1569662" y="1218281"/>
                  <a:pt x="1218281" y="1569662"/>
                  <a:pt x="784831" y="1569662"/>
                </a:cubicBezTo>
                <a:cubicBezTo>
                  <a:pt x="351381" y="1569662"/>
                  <a:pt x="0" y="1218281"/>
                  <a:pt x="0" y="784831"/>
                </a:cubicBezTo>
                <a:cubicBezTo>
                  <a:pt x="0" y="351381"/>
                  <a:pt x="351381" y="0"/>
                  <a:pt x="78483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8703BCC-218E-4094-8FB9-A7DC32BEC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35850" y="4351200"/>
            <a:ext cx="1569662" cy="1569662"/>
          </a:xfrm>
          <a:custGeom>
            <a:avLst/>
            <a:gdLst>
              <a:gd name="connsiteX0" fmla="*/ 784831 w 1569662"/>
              <a:gd name="connsiteY0" fmla="*/ 0 h 1569662"/>
              <a:gd name="connsiteX1" fmla="*/ 1569662 w 1569662"/>
              <a:gd name="connsiteY1" fmla="*/ 784831 h 1569662"/>
              <a:gd name="connsiteX2" fmla="*/ 784831 w 1569662"/>
              <a:gd name="connsiteY2" fmla="*/ 1569662 h 1569662"/>
              <a:gd name="connsiteX3" fmla="*/ 0 w 1569662"/>
              <a:gd name="connsiteY3" fmla="*/ 784831 h 1569662"/>
              <a:gd name="connsiteX4" fmla="*/ 784831 w 1569662"/>
              <a:gd name="connsiteY4" fmla="*/ 0 h 1569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9662" h="1569662">
                <a:moveTo>
                  <a:pt x="784831" y="0"/>
                </a:moveTo>
                <a:cubicBezTo>
                  <a:pt x="1218281" y="0"/>
                  <a:pt x="1569662" y="351381"/>
                  <a:pt x="1569662" y="784831"/>
                </a:cubicBezTo>
                <a:cubicBezTo>
                  <a:pt x="1569662" y="1218281"/>
                  <a:pt x="1218281" y="1569662"/>
                  <a:pt x="784831" y="1569662"/>
                </a:cubicBezTo>
                <a:cubicBezTo>
                  <a:pt x="351381" y="1569662"/>
                  <a:pt x="0" y="1218281"/>
                  <a:pt x="0" y="784831"/>
                </a:cubicBezTo>
                <a:cubicBezTo>
                  <a:pt x="0" y="351381"/>
                  <a:pt x="351381" y="0"/>
                  <a:pt x="78483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BA95E64-8022-499B-A75A-A2F54C1AE2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82951" y="2849620"/>
            <a:ext cx="1973620" cy="1973620"/>
          </a:xfrm>
          <a:custGeom>
            <a:avLst/>
            <a:gdLst>
              <a:gd name="connsiteX0" fmla="*/ 1354585 w 2709170"/>
              <a:gd name="connsiteY0" fmla="*/ 0 h 2709170"/>
              <a:gd name="connsiteX1" fmla="*/ 2709170 w 2709170"/>
              <a:gd name="connsiteY1" fmla="*/ 1354585 h 2709170"/>
              <a:gd name="connsiteX2" fmla="*/ 1354585 w 2709170"/>
              <a:gd name="connsiteY2" fmla="*/ 2709170 h 2709170"/>
              <a:gd name="connsiteX3" fmla="*/ 0 w 2709170"/>
              <a:gd name="connsiteY3" fmla="*/ 1354585 h 2709170"/>
              <a:gd name="connsiteX4" fmla="*/ 1354585 w 2709170"/>
              <a:gd name="connsiteY4" fmla="*/ 0 h 270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9170" h="2709170">
                <a:moveTo>
                  <a:pt x="1354585" y="0"/>
                </a:moveTo>
                <a:cubicBezTo>
                  <a:pt x="2102702" y="0"/>
                  <a:pt x="2709170" y="606468"/>
                  <a:pt x="2709170" y="1354585"/>
                </a:cubicBezTo>
                <a:cubicBezTo>
                  <a:pt x="2709170" y="2102702"/>
                  <a:pt x="2102702" y="2709170"/>
                  <a:pt x="1354585" y="2709170"/>
                </a:cubicBezTo>
                <a:cubicBezTo>
                  <a:pt x="606468" y="2709170"/>
                  <a:pt x="0" y="2102702"/>
                  <a:pt x="0" y="1354585"/>
                </a:cubicBezTo>
                <a:cubicBezTo>
                  <a:pt x="0" y="606468"/>
                  <a:pt x="606468" y="0"/>
                  <a:pt x="135458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20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78F598-E32E-4964-9FDF-B7125904D6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69080" y="1933896"/>
            <a:ext cx="3539185" cy="4950687"/>
          </a:xfrm>
          <a:custGeom>
            <a:avLst/>
            <a:gdLst>
              <a:gd name="connsiteX0" fmla="*/ 0 w 3539185"/>
              <a:gd name="connsiteY0" fmla="*/ 0 h 4950687"/>
              <a:gd name="connsiteX1" fmla="*/ 3539185 w 3539185"/>
              <a:gd name="connsiteY1" fmla="*/ 0 h 4950687"/>
              <a:gd name="connsiteX2" fmla="*/ 3539185 w 3539185"/>
              <a:gd name="connsiteY2" fmla="*/ 4950687 h 4950687"/>
              <a:gd name="connsiteX3" fmla="*/ 0 w 3539185"/>
              <a:gd name="connsiteY3" fmla="*/ 4950687 h 495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9185" h="4950687">
                <a:moveTo>
                  <a:pt x="0" y="0"/>
                </a:moveTo>
                <a:lnTo>
                  <a:pt x="3539185" y="0"/>
                </a:lnTo>
                <a:lnTo>
                  <a:pt x="3539185" y="4950687"/>
                </a:lnTo>
                <a:lnTo>
                  <a:pt x="0" y="49506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2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5C0A4EF-A0C8-4ABF-86F1-4FD6061989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9329" y="1207452"/>
            <a:ext cx="4801094" cy="5048868"/>
          </a:xfrm>
          <a:custGeom>
            <a:avLst/>
            <a:gdLst>
              <a:gd name="connsiteX0" fmla="*/ 4014188 w 4801094"/>
              <a:gd name="connsiteY0" fmla="*/ 3138609 h 5048868"/>
              <a:gd name="connsiteX1" fmla="*/ 4801094 w 4801094"/>
              <a:gd name="connsiteY1" fmla="*/ 3520661 h 5048868"/>
              <a:gd name="connsiteX2" fmla="*/ 4801094 w 4801094"/>
              <a:gd name="connsiteY2" fmla="*/ 4666816 h 5048868"/>
              <a:gd name="connsiteX3" fmla="*/ 4014188 w 4801094"/>
              <a:gd name="connsiteY3" fmla="*/ 5048868 h 5048868"/>
              <a:gd name="connsiteX4" fmla="*/ 3227281 w 4801094"/>
              <a:gd name="connsiteY4" fmla="*/ 4666816 h 5048868"/>
              <a:gd name="connsiteX5" fmla="*/ 3227281 w 4801094"/>
              <a:gd name="connsiteY5" fmla="*/ 3520661 h 5048868"/>
              <a:gd name="connsiteX6" fmla="*/ 786907 w 4801094"/>
              <a:gd name="connsiteY6" fmla="*/ 3138609 h 5048868"/>
              <a:gd name="connsiteX7" fmla="*/ 1573813 w 4801094"/>
              <a:gd name="connsiteY7" fmla="*/ 3520661 h 5048868"/>
              <a:gd name="connsiteX8" fmla="*/ 1573813 w 4801094"/>
              <a:gd name="connsiteY8" fmla="*/ 4666816 h 5048868"/>
              <a:gd name="connsiteX9" fmla="*/ 786907 w 4801094"/>
              <a:gd name="connsiteY9" fmla="*/ 5048868 h 5048868"/>
              <a:gd name="connsiteX10" fmla="*/ 0 w 4801094"/>
              <a:gd name="connsiteY10" fmla="*/ 4666816 h 5048868"/>
              <a:gd name="connsiteX11" fmla="*/ 0 w 4801094"/>
              <a:gd name="connsiteY11" fmla="*/ 3520661 h 5048868"/>
              <a:gd name="connsiteX12" fmla="*/ 2411094 w 4801094"/>
              <a:gd name="connsiteY12" fmla="*/ 3122937 h 5048868"/>
              <a:gd name="connsiteX13" fmla="*/ 3198001 w 4801094"/>
              <a:gd name="connsiteY13" fmla="*/ 3504989 h 5048868"/>
              <a:gd name="connsiteX14" fmla="*/ 3198001 w 4801094"/>
              <a:gd name="connsiteY14" fmla="*/ 4651144 h 5048868"/>
              <a:gd name="connsiteX15" fmla="*/ 2411094 w 4801094"/>
              <a:gd name="connsiteY15" fmla="*/ 5033196 h 5048868"/>
              <a:gd name="connsiteX16" fmla="*/ 1624188 w 4801094"/>
              <a:gd name="connsiteY16" fmla="*/ 4651144 h 5048868"/>
              <a:gd name="connsiteX17" fmla="*/ 1624188 w 4801094"/>
              <a:gd name="connsiteY17" fmla="*/ 3504989 h 5048868"/>
              <a:gd name="connsiteX18" fmla="*/ 3237829 w 4801094"/>
              <a:gd name="connsiteY18" fmla="*/ 1567812 h 5048868"/>
              <a:gd name="connsiteX19" fmla="*/ 4024735 w 4801094"/>
              <a:gd name="connsiteY19" fmla="*/ 1949864 h 5048868"/>
              <a:gd name="connsiteX20" fmla="*/ 4024735 w 4801094"/>
              <a:gd name="connsiteY20" fmla="*/ 3096019 h 5048868"/>
              <a:gd name="connsiteX21" fmla="*/ 3237829 w 4801094"/>
              <a:gd name="connsiteY21" fmla="*/ 3478071 h 5048868"/>
              <a:gd name="connsiteX22" fmla="*/ 2450922 w 4801094"/>
              <a:gd name="connsiteY22" fmla="*/ 3096019 h 5048868"/>
              <a:gd name="connsiteX23" fmla="*/ 2450922 w 4801094"/>
              <a:gd name="connsiteY23" fmla="*/ 1949864 h 5048868"/>
              <a:gd name="connsiteX24" fmla="*/ 1613640 w 4801094"/>
              <a:gd name="connsiteY24" fmla="*/ 1565798 h 5048868"/>
              <a:gd name="connsiteX25" fmla="*/ 2400546 w 4801094"/>
              <a:gd name="connsiteY25" fmla="*/ 1947850 h 5048868"/>
              <a:gd name="connsiteX26" fmla="*/ 2400546 w 4801094"/>
              <a:gd name="connsiteY26" fmla="*/ 3094005 h 5048868"/>
              <a:gd name="connsiteX27" fmla="*/ 1613639 w 4801094"/>
              <a:gd name="connsiteY27" fmla="*/ 3476057 h 5048868"/>
              <a:gd name="connsiteX28" fmla="*/ 826733 w 4801094"/>
              <a:gd name="connsiteY28" fmla="*/ 3094005 h 5048868"/>
              <a:gd name="connsiteX29" fmla="*/ 826733 w 4801094"/>
              <a:gd name="connsiteY29" fmla="*/ 1947850 h 5048868"/>
              <a:gd name="connsiteX30" fmla="*/ 2425735 w 4801094"/>
              <a:gd name="connsiteY30" fmla="*/ 0 h 5048868"/>
              <a:gd name="connsiteX31" fmla="*/ 3212641 w 4801094"/>
              <a:gd name="connsiteY31" fmla="*/ 382052 h 5048868"/>
              <a:gd name="connsiteX32" fmla="*/ 3212641 w 4801094"/>
              <a:gd name="connsiteY32" fmla="*/ 1528207 h 5048868"/>
              <a:gd name="connsiteX33" fmla="*/ 2425735 w 4801094"/>
              <a:gd name="connsiteY33" fmla="*/ 1910259 h 5048868"/>
              <a:gd name="connsiteX34" fmla="*/ 1638828 w 4801094"/>
              <a:gd name="connsiteY34" fmla="*/ 1528207 h 5048868"/>
              <a:gd name="connsiteX35" fmla="*/ 1638828 w 4801094"/>
              <a:gd name="connsiteY35" fmla="*/ 382052 h 50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801094" h="5048868">
                <a:moveTo>
                  <a:pt x="4014188" y="3138609"/>
                </a:moveTo>
                <a:lnTo>
                  <a:pt x="4801094" y="3520661"/>
                </a:lnTo>
                <a:lnTo>
                  <a:pt x="4801094" y="4666816"/>
                </a:lnTo>
                <a:lnTo>
                  <a:pt x="4014188" y="5048868"/>
                </a:lnTo>
                <a:lnTo>
                  <a:pt x="3227281" y="4666816"/>
                </a:lnTo>
                <a:lnTo>
                  <a:pt x="3227281" y="3520661"/>
                </a:lnTo>
                <a:close/>
                <a:moveTo>
                  <a:pt x="786907" y="3138609"/>
                </a:moveTo>
                <a:lnTo>
                  <a:pt x="1573813" y="3520661"/>
                </a:lnTo>
                <a:lnTo>
                  <a:pt x="1573813" y="4666816"/>
                </a:lnTo>
                <a:lnTo>
                  <a:pt x="786907" y="5048868"/>
                </a:lnTo>
                <a:lnTo>
                  <a:pt x="0" y="4666816"/>
                </a:lnTo>
                <a:lnTo>
                  <a:pt x="0" y="3520661"/>
                </a:lnTo>
                <a:close/>
                <a:moveTo>
                  <a:pt x="2411094" y="3122937"/>
                </a:moveTo>
                <a:lnTo>
                  <a:pt x="3198001" y="3504989"/>
                </a:lnTo>
                <a:lnTo>
                  <a:pt x="3198001" y="4651144"/>
                </a:lnTo>
                <a:lnTo>
                  <a:pt x="2411094" y="5033196"/>
                </a:lnTo>
                <a:lnTo>
                  <a:pt x="1624188" y="4651144"/>
                </a:lnTo>
                <a:lnTo>
                  <a:pt x="1624188" y="3504989"/>
                </a:lnTo>
                <a:close/>
                <a:moveTo>
                  <a:pt x="3237829" y="1567812"/>
                </a:moveTo>
                <a:lnTo>
                  <a:pt x="4024735" y="1949864"/>
                </a:lnTo>
                <a:lnTo>
                  <a:pt x="4024735" y="3096019"/>
                </a:lnTo>
                <a:lnTo>
                  <a:pt x="3237829" y="3478071"/>
                </a:lnTo>
                <a:lnTo>
                  <a:pt x="2450922" y="3096019"/>
                </a:lnTo>
                <a:lnTo>
                  <a:pt x="2450922" y="1949864"/>
                </a:lnTo>
                <a:close/>
                <a:moveTo>
                  <a:pt x="1613640" y="1565798"/>
                </a:moveTo>
                <a:lnTo>
                  <a:pt x="2400546" y="1947850"/>
                </a:lnTo>
                <a:lnTo>
                  <a:pt x="2400546" y="3094005"/>
                </a:lnTo>
                <a:lnTo>
                  <a:pt x="1613639" y="3476057"/>
                </a:lnTo>
                <a:lnTo>
                  <a:pt x="826733" y="3094005"/>
                </a:lnTo>
                <a:lnTo>
                  <a:pt x="826733" y="1947850"/>
                </a:lnTo>
                <a:close/>
                <a:moveTo>
                  <a:pt x="2425735" y="0"/>
                </a:moveTo>
                <a:lnTo>
                  <a:pt x="3212641" y="382052"/>
                </a:lnTo>
                <a:lnTo>
                  <a:pt x="3212641" y="1528207"/>
                </a:lnTo>
                <a:lnTo>
                  <a:pt x="2425735" y="1910259"/>
                </a:lnTo>
                <a:lnTo>
                  <a:pt x="1638828" y="1528207"/>
                </a:lnTo>
                <a:lnTo>
                  <a:pt x="1638828" y="38205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89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C767B8C-97A5-44E9-8F4C-4D1EB8E3DE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388" y="3827097"/>
            <a:ext cx="753197" cy="649308"/>
          </a:xfrm>
          <a:custGeom>
            <a:avLst/>
            <a:gdLst>
              <a:gd name="connsiteX0" fmla="*/ 162327 w 753197"/>
              <a:gd name="connsiteY0" fmla="*/ 0 h 649308"/>
              <a:gd name="connsiteX1" fmla="*/ 590870 w 753197"/>
              <a:gd name="connsiteY1" fmla="*/ 0 h 649308"/>
              <a:gd name="connsiteX2" fmla="*/ 753197 w 753197"/>
              <a:gd name="connsiteY2" fmla="*/ 324654 h 649308"/>
              <a:gd name="connsiteX3" fmla="*/ 590870 w 753197"/>
              <a:gd name="connsiteY3" fmla="*/ 649308 h 649308"/>
              <a:gd name="connsiteX4" fmla="*/ 162327 w 753197"/>
              <a:gd name="connsiteY4" fmla="*/ 649308 h 649308"/>
              <a:gd name="connsiteX5" fmla="*/ 0 w 753197"/>
              <a:gd name="connsiteY5" fmla="*/ 324654 h 649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197" h="649308">
                <a:moveTo>
                  <a:pt x="162327" y="0"/>
                </a:moveTo>
                <a:lnTo>
                  <a:pt x="590870" y="0"/>
                </a:lnTo>
                <a:lnTo>
                  <a:pt x="753197" y="324654"/>
                </a:lnTo>
                <a:lnTo>
                  <a:pt x="590870" y="649308"/>
                </a:lnTo>
                <a:lnTo>
                  <a:pt x="162327" y="649308"/>
                </a:lnTo>
                <a:lnTo>
                  <a:pt x="0" y="3246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42738D0-4CB0-4154-98E8-D1CDB9712A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23586" y="2588835"/>
            <a:ext cx="1124314" cy="969237"/>
          </a:xfrm>
          <a:custGeom>
            <a:avLst/>
            <a:gdLst>
              <a:gd name="connsiteX0" fmla="*/ 242309 w 1124314"/>
              <a:gd name="connsiteY0" fmla="*/ 0 h 969237"/>
              <a:gd name="connsiteX1" fmla="*/ 882005 w 1124314"/>
              <a:gd name="connsiteY1" fmla="*/ 0 h 969237"/>
              <a:gd name="connsiteX2" fmla="*/ 1124314 w 1124314"/>
              <a:gd name="connsiteY2" fmla="*/ 484619 h 969237"/>
              <a:gd name="connsiteX3" fmla="*/ 882005 w 1124314"/>
              <a:gd name="connsiteY3" fmla="*/ 969237 h 969237"/>
              <a:gd name="connsiteX4" fmla="*/ 242309 w 1124314"/>
              <a:gd name="connsiteY4" fmla="*/ 969237 h 969237"/>
              <a:gd name="connsiteX5" fmla="*/ 0 w 1124314"/>
              <a:gd name="connsiteY5" fmla="*/ 484619 h 969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4314" h="969237">
                <a:moveTo>
                  <a:pt x="242309" y="0"/>
                </a:moveTo>
                <a:lnTo>
                  <a:pt x="882005" y="0"/>
                </a:lnTo>
                <a:lnTo>
                  <a:pt x="1124314" y="484619"/>
                </a:lnTo>
                <a:lnTo>
                  <a:pt x="882005" y="969237"/>
                </a:lnTo>
                <a:lnTo>
                  <a:pt x="242309" y="969237"/>
                </a:lnTo>
                <a:lnTo>
                  <a:pt x="0" y="4846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BA0FF20-AC54-4F8B-8F39-303293DD45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38400" y="3921561"/>
            <a:ext cx="934975" cy="806013"/>
          </a:xfrm>
          <a:custGeom>
            <a:avLst/>
            <a:gdLst>
              <a:gd name="connsiteX0" fmla="*/ 201503 w 934975"/>
              <a:gd name="connsiteY0" fmla="*/ 0 h 806013"/>
              <a:gd name="connsiteX1" fmla="*/ 733472 w 934975"/>
              <a:gd name="connsiteY1" fmla="*/ 0 h 806013"/>
              <a:gd name="connsiteX2" fmla="*/ 934975 w 934975"/>
              <a:gd name="connsiteY2" fmla="*/ 403007 h 806013"/>
              <a:gd name="connsiteX3" fmla="*/ 733472 w 934975"/>
              <a:gd name="connsiteY3" fmla="*/ 806013 h 806013"/>
              <a:gd name="connsiteX4" fmla="*/ 201503 w 934975"/>
              <a:gd name="connsiteY4" fmla="*/ 806013 h 806013"/>
              <a:gd name="connsiteX5" fmla="*/ 0 w 934975"/>
              <a:gd name="connsiteY5" fmla="*/ 403007 h 80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4975" h="806013">
                <a:moveTo>
                  <a:pt x="201503" y="0"/>
                </a:moveTo>
                <a:lnTo>
                  <a:pt x="733472" y="0"/>
                </a:lnTo>
                <a:lnTo>
                  <a:pt x="934975" y="403007"/>
                </a:lnTo>
                <a:lnTo>
                  <a:pt x="733472" y="806013"/>
                </a:lnTo>
                <a:lnTo>
                  <a:pt x="201503" y="806013"/>
                </a:lnTo>
                <a:lnTo>
                  <a:pt x="0" y="4030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9303011-EA92-41DD-8F6D-EF0B159AF7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19451" y="5045510"/>
            <a:ext cx="934975" cy="806013"/>
          </a:xfrm>
          <a:custGeom>
            <a:avLst/>
            <a:gdLst>
              <a:gd name="connsiteX0" fmla="*/ 201503 w 934975"/>
              <a:gd name="connsiteY0" fmla="*/ 0 h 806013"/>
              <a:gd name="connsiteX1" fmla="*/ 733472 w 934975"/>
              <a:gd name="connsiteY1" fmla="*/ 0 h 806013"/>
              <a:gd name="connsiteX2" fmla="*/ 934975 w 934975"/>
              <a:gd name="connsiteY2" fmla="*/ 403007 h 806013"/>
              <a:gd name="connsiteX3" fmla="*/ 733472 w 934975"/>
              <a:gd name="connsiteY3" fmla="*/ 806013 h 806013"/>
              <a:gd name="connsiteX4" fmla="*/ 201503 w 934975"/>
              <a:gd name="connsiteY4" fmla="*/ 806013 h 806013"/>
              <a:gd name="connsiteX5" fmla="*/ 0 w 934975"/>
              <a:gd name="connsiteY5" fmla="*/ 403007 h 80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4975" h="806013">
                <a:moveTo>
                  <a:pt x="201503" y="0"/>
                </a:moveTo>
                <a:lnTo>
                  <a:pt x="733472" y="0"/>
                </a:lnTo>
                <a:lnTo>
                  <a:pt x="934975" y="403007"/>
                </a:lnTo>
                <a:lnTo>
                  <a:pt x="733472" y="806013"/>
                </a:lnTo>
                <a:lnTo>
                  <a:pt x="201503" y="806013"/>
                </a:lnTo>
                <a:lnTo>
                  <a:pt x="0" y="4030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D8FE758-33A0-4638-9716-F83CEC2CE1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19726" y="5045512"/>
            <a:ext cx="934975" cy="806013"/>
          </a:xfrm>
          <a:custGeom>
            <a:avLst/>
            <a:gdLst>
              <a:gd name="connsiteX0" fmla="*/ 201503 w 934975"/>
              <a:gd name="connsiteY0" fmla="*/ 0 h 806013"/>
              <a:gd name="connsiteX1" fmla="*/ 733472 w 934975"/>
              <a:gd name="connsiteY1" fmla="*/ 0 h 806013"/>
              <a:gd name="connsiteX2" fmla="*/ 934975 w 934975"/>
              <a:gd name="connsiteY2" fmla="*/ 403007 h 806013"/>
              <a:gd name="connsiteX3" fmla="*/ 733472 w 934975"/>
              <a:gd name="connsiteY3" fmla="*/ 806013 h 806013"/>
              <a:gd name="connsiteX4" fmla="*/ 201503 w 934975"/>
              <a:gd name="connsiteY4" fmla="*/ 806013 h 806013"/>
              <a:gd name="connsiteX5" fmla="*/ 0 w 934975"/>
              <a:gd name="connsiteY5" fmla="*/ 403007 h 806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4975" h="806013">
                <a:moveTo>
                  <a:pt x="201503" y="0"/>
                </a:moveTo>
                <a:lnTo>
                  <a:pt x="733472" y="0"/>
                </a:lnTo>
                <a:lnTo>
                  <a:pt x="934975" y="403007"/>
                </a:lnTo>
                <a:lnTo>
                  <a:pt x="733472" y="806013"/>
                </a:lnTo>
                <a:lnTo>
                  <a:pt x="201503" y="806013"/>
                </a:lnTo>
                <a:lnTo>
                  <a:pt x="0" y="4030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F455F57-8D67-4623-BC5F-95F2632924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84650" y="1949139"/>
            <a:ext cx="1196043" cy="1387408"/>
          </a:xfrm>
          <a:custGeom>
            <a:avLst/>
            <a:gdLst>
              <a:gd name="connsiteX0" fmla="*/ 598021 w 1196043"/>
              <a:gd name="connsiteY0" fmla="*/ 0 h 1387408"/>
              <a:gd name="connsiteX1" fmla="*/ 1196043 w 1196043"/>
              <a:gd name="connsiteY1" fmla="*/ 299011 h 1387408"/>
              <a:gd name="connsiteX2" fmla="*/ 1196043 w 1196043"/>
              <a:gd name="connsiteY2" fmla="*/ 1088397 h 1387408"/>
              <a:gd name="connsiteX3" fmla="*/ 598021 w 1196043"/>
              <a:gd name="connsiteY3" fmla="*/ 1387408 h 1387408"/>
              <a:gd name="connsiteX4" fmla="*/ 0 w 1196043"/>
              <a:gd name="connsiteY4" fmla="*/ 1088397 h 1387408"/>
              <a:gd name="connsiteX5" fmla="*/ 0 w 1196043"/>
              <a:gd name="connsiteY5" fmla="*/ 299011 h 1387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6043" h="1387408">
                <a:moveTo>
                  <a:pt x="598021" y="0"/>
                </a:moveTo>
                <a:lnTo>
                  <a:pt x="1196043" y="299011"/>
                </a:lnTo>
                <a:lnTo>
                  <a:pt x="1196043" y="1088397"/>
                </a:lnTo>
                <a:lnTo>
                  <a:pt x="598021" y="1387408"/>
                </a:lnTo>
                <a:lnTo>
                  <a:pt x="0" y="1088397"/>
                </a:lnTo>
                <a:lnTo>
                  <a:pt x="0" y="2990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6DB9A9CD-F916-46FF-81E6-CAEBABE71D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98814" y="1284958"/>
            <a:ext cx="1017112" cy="1179848"/>
          </a:xfrm>
          <a:custGeom>
            <a:avLst/>
            <a:gdLst>
              <a:gd name="connsiteX0" fmla="*/ 508556 w 1017112"/>
              <a:gd name="connsiteY0" fmla="*/ 0 h 1179848"/>
              <a:gd name="connsiteX1" fmla="*/ 1017112 w 1017112"/>
              <a:gd name="connsiteY1" fmla="*/ 254278 h 1179848"/>
              <a:gd name="connsiteX2" fmla="*/ 1017112 w 1017112"/>
              <a:gd name="connsiteY2" fmla="*/ 925570 h 1179848"/>
              <a:gd name="connsiteX3" fmla="*/ 508556 w 1017112"/>
              <a:gd name="connsiteY3" fmla="*/ 1179848 h 1179848"/>
              <a:gd name="connsiteX4" fmla="*/ 0 w 1017112"/>
              <a:gd name="connsiteY4" fmla="*/ 925570 h 1179848"/>
              <a:gd name="connsiteX5" fmla="*/ 0 w 1017112"/>
              <a:gd name="connsiteY5" fmla="*/ 254278 h 117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17112" h="1179848">
                <a:moveTo>
                  <a:pt x="508556" y="0"/>
                </a:moveTo>
                <a:lnTo>
                  <a:pt x="1017112" y="254278"/>
                </a:lnTo>
                <a:lnTo>
                  <a:pt x="1017112" y="925570"/>
                </a:lnTo>
                <a:lnTo>
                  <a:pt x="508556" y="1179848"/>
                </a:lnTo>
                <a:lnTo>
                  <a:pt x="0" y="925570"/>
                </a:lnTo>
                <a:lnTo>
                  <a:pt x="0" y="2542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49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B031C7F-CF97-415D-90C4-B2F88CF344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99264" y="2807493"/>
            <a:ext cx="417100" cy="359569"/>
          </a:xfrm>
          <a:custGeom>
            <a:avLst/>
            <a:gdLst>
              <a:gd name="connsiteX0" fmla="*/ 89892 w 417100"/>
              <a:gd name="connsiteY0" fmla="*/ 0 h 359569"/>
              <a:gd name="connsiteX1" fmla="*/ 327208 w 417100"/>
              <a:gd name="connsiteY1" fmla="*/ 0 h 359569"/>
              <a:gd name="connsiteX2" fmla="*/ 417100 w 417100"/>
              <a:gd name="connsiteY2" fmla="*/ 179785 h 359569"/>
              <a:gd name="connsiteX3" fmla="*/ 327208 w 417100"/>
              <a:gd name="connsiteY3" fmla="*/ 359569 h 359569"/>
              <a:gd name="connsiteX4" fmla="*/ 89892 w 417100"/>
              <a:gd name="connsiteY4" fmla="*/ 359569 h 359569"/>
              <a:gd name="connsiteX5" fmla="*/ 0 w 417100"/>
              <a:gd name="connsiteY5" fmla="*/ 179785 h 35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100" h="359569">
                <a:moveTo>
                  <a:pt x="89892" y="0"/>
                </a:moveTo>
                <a:lnTo>
                  <a:pt x="327208" y="0"/>
                </a:lnTo>
                <a:lnTo>
                  <a:pt x="417100" y="179785"/>
                </a:lnTo>
                <a:lnTo>
                  <a:pt x="327208" y="359569"/>
                </a:lnTo>
                <a:lnTo>
                  <a:pt x="89892" y="359569"/>
                </a:lnTo>
                <a:lnTo>
                  <a:pt x="0" y="1797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295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4E2A8F7-2DCB-4A1D-A411-6CD55F5A83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1331" y="1695744"/>
            <a:ext cx="2783165" cy="3831772"/>
          </a:xfrm>
          <a:custGeom>
            <a:avLst/>
            <a:gdLst>
              <a:gd name="connsiteX0" fmla="*/ 463870 w 2783165"/>
              <a:gd name="connsiteY0" fmla="*/ 0 h 3831772"/>
              <a:gd name="connsiteX1" fmla="*/ 2319295 w 2783165"/>
              <a:gd name="connsiteY1" fmla="*/ 0 h 3831772"/>
              <a:gd name="connsiteX2" fmla="*/ 2783165 w 2783165"/>
              <a:gd name="connsiteY2" fmla="*/ 463870 h 3831772"/>
              <a:gd name="connsiteX3" fmla="*/ 2783165 w 2783165"/>
              <a:gd name="connsiteY3" fmla="*/ 3367902 h 3831772"/>
              <a:gd name="connsiteX4" fmla="*/ 2319295 w 2783165"/>
              <a:gd name="connsiteY4" fmla="*/ 3831772 h 3831772"/>
              <a:gd name="connsiteX5" fmla="*/ 463870 w 2783165"/>
              <a:gd name="connsiteY5" fmla="*/ 3831772 h 3831772"/>
              <a:gd name="connsiteX6" fmla="*/ 0 w 2783165"/>
              <a:gd name="connsiteY6" fmla="*/ 3367902 h 3831772"/>
              <a:gd name="connsiteX7" fmla="*/ 0 w 2783165"/>
              <a:gd name="connsiteY7" fmla="*/ 463870 h 3831772"/>
              <a:gd name="connsiteX8" fmla="*/ 463870 w 2783165"/>
              <a:gd name="connsiteY8" fmla="*/ 0 h 383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3165" h="3831772">
                <a:moveTo>
                  <a:pt x="463870" y="0"/>
                </a:moveTo>
                <a:lnTo>
                  <a:pt x="2319295" y="0"/>
                </a:lnTo>
                <a:cubicBezTo>
                  <a:pt x="2575483" y="0"/>
                  <a:pt x="2783165" y="207682"/>
                  <a:pt x="2783165" y="463870"/>
                </a:cubicBezTo>
                <a:lnTo>
                  <a:pt x="2783165" y="3367902"/>
                </a:lnTo>
                <a:cubicBezTo>
                  <a:pt x="2783165" y="3624090"/>
                  <a:pt x="2575483" y="3831772"/>
                  <a:pt x="2319295" y="3831772"/>
                </a:cubicBezTo>
                <a:lnTo>
                  <a:pt x="463870" y="3831772"/>
                </a:lnTo>
                <a:cubicBezTo>
                  <a:pt x="207682" y="3831772"/>
                  <a:pt x="0" y="3624090"/>
                  <a:pt x="0" y="3367902"/>
                </a:cubicBezTo>
                <a:lnTo>
                  <a:pt x="0" y="463870"/>
                </a:lnTo>
                <a:cubicBezTo>
                  <a:pt x="0" y="207682"/>
                  <a:pt x="207682" y="0"/>
                  <a:pt x="46387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411CFA3-4556-42D4-BFD9-1D5F523381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4657" y="1695744"/>
            <a:ext cx="2783165" cy="3831772"/>
          </a:xfrm>
          <a:custGeom>
            <a:avLst/>
            <a:gdLst>
              <a:gd name="connsiteX0" fmla="*/ 463870 w 2783165"/>
              <a:gd name="connsiteY0" fmla="*/ 0 h 3831772"/>
              <a:gd name="connsiteX1" fmla="*/ 2319295 w 2783165"/>
              <a:gd name="connsiteY1" fmla="*/ 0 h 3831772"/>
              <a:gd name="connsiteX2" fmla="*/ 2783165 w 2783165"/>
              <a:gd name="connsiteY2" fmla="*/ 463870 h 3831772"/>
              <a:gd name="connsiteX3" fmla="*/ 2783165 w 2783165"/>
              <a:gd name="connsiteY3" fmla="*/ 3367902 h 3831772"/>
              <a:gd name="connsiteX4" fmla="*/ 2319295 w 2783165"/>
              <a:gd name="connsiteY4" fmla="*/ 3831772 h 3831772"/>
              <a:gd name="connsiteX5" fmla="*/ 463870 w 2783165"/>
              <a:gd name="connsiteY5" fmla="*/ 3831772 h 3831772"/>
              <a:gd name="connsiteX6" fmla="*/ 0 w 2783165"/>
              <a:gd name="connsiteY6" fmla="*/ 3367902 h 3831772"/>
              <a:gd name="connsiteX7" fmla="*/ 0 w 2783165"/>
              <a:gd name="connsiteY7" fmla="*/ 463870 h 3831772"/>
              <a:gd name="connsiteX8" fmla="*/ 463870 w 2783165"/>
              <a:gd name="connsiteY8" fmla="*/ 0 h 383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3165" h="3831772">
                <a:moveTo>
                  <a:pt x="463870" y="0"/>
                </a:moveTo>
                <a:lnTo>
                  <a:pt x="2319295" y="0"/>
                </a:lnTo>
                <a:cubicBezTo>
                  <a:pt x="2575483" y="0"/>
                  <a:pt x="2783165" y="207682"/>
                  <a:pt x="2783165" y="463870"/>
                </a:cubicBezTo>
                <a:lnTo>
                  <a:pt x="2783165" y="3367902"/>
                </a:lnTo>
                <a:cubicBezTo>
                  <a:pt x="2783165" y="3624090"/>
                  <a:pt x="2575483" y="3831772"/>
                  <a:pt x="2319295" y="3831772"/>
                </a:cubicBezTo>
                <a:lnTo>
                  <a:pt x="463870" y="3831772"/>
                </a:lnTo>
                <a:cubicBezTo>
                  <a:pt x="207682" y="3831772"/>
                  <a:pt x="0" y="3624090"/>
                  <a:pt x="0" y="3367902"/>
                </a:cubicBezTo>
                <a:lnTo>
                  <a:pt x="0" y="463870"/>
                </a:lnTo>
                <a:cubicBezTo>
                  <a:pt x="0" y="207682"/>
                  <a:pt x="207682" y="0"/>
                  <a:pt x="46387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FA55991-31AC-4204-BF2B-A068E539D4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67980" y="1695744"/>
            <a:ext cx="2783165" cy="3831772"/>
          </a:xfrm>
          <a:custGeom>
            <a:avLst/>
            <a:gdLst>
              <a:gd name="connsiteX0" fmla="*/ 463870 w 2783165"/>
              <a:gd name="connsiteY0" fmla="*/ 0 h 3831772"/>
              <a:gd name="connsiteX1" fmla="*/ 2319295 w 2783165"/>
              <a:gd name="connsiteY1" fmla="*/ 0 h 3831772"/>
              <a:gd name="connsiteX2" fmla="*/ 2783165 w 2783165"/>
              <a:gd name="connsiteY2" fmla="*/ 463870 h 3831772"/>
              <a:gd name="connsiteX3" fmla="*/ 2783165 w 2783165"/>
              <a:gd name="connsiteY3" fmla="*/ 3367902 h 3831772"/>
              <a:gd name="connsiteX4" fmla="*/ 2319295 w 2783165"/>
              <a:gd name="connsiteY4" fmla="*/ 3831772 h 3831772"/>
              <a:gd name="connsiteX5" fmla="*/ 463870 w 2783165"/>
              <a:gd name="connsiteY5" fmla="*/ 3831772 h 3831772"/>
              <a:gd name="connsiteX6" fmla="*/ 0 w 2783165"/>
              <a:gd name="connsiteY6" fmla="*/ 3367902 h 3831772"/>
              <a:gd name="connsiteX7" fmla="*/ 0 w 2783165"/>
              <a:gd name="connsiteY7" fmla="*/ 463870 h 3831772"/>
              <a:gd name="connsiteX8" fmla="*/ 463870 w 2783165"/>
              <a:gd name="connsiteY8" fmla="*/ 0 h 383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3165" h="3831772">
                <a:moveTo>
                  <a:pt x="463870" y="0"/>
                </a:moveTo>
                <a:lnTo>
                  <a:pt x="2319295" y="0"/>
                </a:lnTo>
                <a:cubicBezTo>
                  <a:pt x="2575483" y="0"/>
                  <a:pt x="2783165" y="207682"/>
                  <a:pt x="2783165" y="463870"/>
                </a:cubicBezTo>
                <a:lnTo>
                  <a:pt x="2783165" y="3367902"/>
                </a:lnTo>
                <a:cubicBezTo>
                  <a:pt x="2783165" y="3624090"/>
                  <a:pt x="2575483" y="3831772"/>
                  <a:pt x="2319295" y="3831772"/>
                </a:cubicBezTo>
                <a:lnTo>
                  <a:pt x="463870" y="3831772"/>
                </a:lnTo>
                <a:cubicBezTo>
                  <a:pt x="207682" y="3831772"/>
                  <a:pt x="0" y="3624090"/>
                  <a:pt x="0" y="3367902"/>
                </a:cubicBezTo>
                <a:lnTo>
                  <a:pt x="0" y="463870"/>
                </a:lnTo>
                <a:cubicBezTo>
                  <a:pt x="0" y="207682"/>
                  <a:pt x="207682" y="0"/>
                  <a:pt x="46387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75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AD6DC2-3351-40EA-9077-4A9EC99DB9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04115" y="936364"/>
            <a:ext cx="4602400" cy="5937811"/>
          </a:xfrm>
          <a:custGeom>
            <a:avLst/>
            <a:gdLst>
              <a:gd name="connsiteX0" fmla="*/ 0 w 4602400"/>
              <a:gd name="connsiteY0" fmla="*/ 0 h 5937811"/>
              <a:gd name="connsiteX1" fmla="*/ 4602400 w 4602400"/>
              <a:gd name="connsiteY1" fmla="*/ 0 h 5937811"/>
              <a:gd name="connsiteX2" fmla="*/ 4602400 w 4602400"/>
              <a:gd name="connsiteY2" fmla="*/ 5937811 h 5937811"/>
              <a:gd name="connsiteX3" fmla="*/ 0 w 4602400"/>
              <a:gd name="connsiteY3" fmla="*/ 5937811 h 593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02400" h="5937811">
                <a:moveTo>
                  <a:pt x="0" y="0"/>
                </a:moveTo>
                <a:lnTo>
                  <a:pt x="4602400" y="0"/>
                </a:lnTo>
                <a:lnTo>
                  <a:pt x="4602400" y="5937811"/>
                </a:lnTo>
                <a:lnTo>
                  <a:pt x="0" y="59378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096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546F06-D851-462F-AEDC-C7E2741E6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9656" y="1885295"/>
            <a:ext cx="4631116" cy="3087410"/>
          </a:xfrm>
          <a:custGeom>
            <a:avLst/>
            <a:gdLst>
              <a:gd name="connsiteX0" fmla="*/ 0 w 4631116"/>
              <a:gd name="connsiteY0" fmla="*/ 0 h 3087410"/>
              <a:gd name="connsiteX1" fmla="*/ 4631116 w 4631116"/>
              <a:gd name="connsiteY1" fmla="*/ 0 h 3087410"/>
              <a:gd name="connsiteX2" fmla="*/ 4631116 w 4631116"/>
              <a:gd name="connsiteY2" fmla="*/ 3087410 h 3087410"/>
              <a:gd name="connsiteX3" fmla="*/ 0 w 4631116"/>
              <a:gd name="connsiteY3" fmla="*/ 3087410 h 3087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1116" h="3087410">
                <a:moveTo>
                  <a:pt x="0" y="0"/>
                </a:moveTo>
                <a:lnTo>
                  <a:pt x="4631116" y="0"/>
                </a:lnTo>
                <a:lnTo>
                  <a:pt x="4631116" y="3087410"/>
                </a:lnTo>
                <a:lnTo>
                  <a:pt x="0" y="30874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08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524FBB8-CD95-4FE5-9E64-6E916C33B3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56381" y="1072744"/>
            <a:ext cx="2233052" cy="5443384"/>
          </a:xfrm>
          <a:custGeom>
            <a:avLst/>
            <a:gdLst>
              <a:gd name="connsiteX0" fmla="*/ 0 w 2233052"/>
              <a:gd name="connsiteY0" fmla="*/ 0 h 5443384"/>
              <a:gd name="connsiteX1" fmla="*/ 2233052 w 2233052"/>
              <a:gd name="connsiteY1" fmla="*/ 0 h 5443384"/>
              <a:gd name="connsiteX2" fmla="*/ 2233052 w 2233052"/>
              <a:gd name="connsiteY2" fmla="*/ 5443384 h 5443384"/>
              <a:gd name="connsiteX3" fmla="*/ 0 w 2233052"/>
              <a:gd name="connsiteY3" fmla="*/ 5443384 h 544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052" h="5443384">
                <a:moveTo>
                  <a:pt x="0" y="0"/>
                </a:moveTo>
                <a:lnTo>
                  <a:pt x="2233052" y="0"/>
                </a:lnTo>
                <a:lnTo>
                  <a:pt x="2233052" y="5443384"/>
                </a:lnTo>
                <a:lnTo>
                  <a:pt x="0" y="54433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659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62A4FF4-5426-4EF3-BD4A-46C5AA228C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62527" y="1198563"/>
            <a:ext cx="1521958" cy="1521308"/>
          </a:xfrm>
          <a:custGeom>
            <a:avLst/>
            <a:gdLst>
              <a:gd name="connsiteX0" fmla="*/ 272754 w 1521958"/>
              <a:gd name="connsiteY0" fmla="*/ 0 h 1521308"/>
              <a:gd name="connsiteX1" fmla="*/ 1249205 w 1521958"/>
              <a:gd name="connsiteY1" fmla="*/ 0 h 1521308"/>
              <a:gd name="connsiteX2" fmla="*/ 1299024 w 1521958"/>
              <a:gd name="connsiteY2" fmla="*/ 5023 h 1521308"/>
              <a:gd name="connsiteX3" fmla="*/ 1521958 w 1521958"/>
              <a:gd name="connsiteY3" fmla="*/ 278551 h 1521308"/>
              <a:gd name="connsiteX4" fmla="*/ 1521958 w 1521958"/>
              <a:gd name="connsiteY4" fmla="*/ 1242107 h 1521308"/>
              <a:gd name="connsiteX5" fmla="*/ 1242757 w 1521958"/>
              <a:gd name="connsiteY5" fmla="*/ 1521308 h 1521308"/>
              <a:gd name="connsiteX6" fmla="*/ 279201 w 1521958"/>
              <a:gd name="connsiteY6" fmla="*/ 1521308 h 1521308"/>
              <a:gd name="connsiteX7" fmla="*/ 0 w 1521958"/>
              <a:gd name="connsiteY7" fmla="*/ 1242107 h 1521308"/>
              <a:gd name="connsiteX8" fmla="*/ 0 w 1521958"/>
              <a:gd name="connsiteY8" fmla="*/ 278551 h 1521308"/>
              <a:gd name="connsiteX9" fmla="*/ 222934 w 1521958"/>
              <a:gd name="connsiteY9" fmla="*/ 5023 h 152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21958" h="1521308">
                <a:moveTo>
                  <a:pt x="272754" y="0"/>
                </a:moveTo>
                <a:lnTo>
                  <a:pt x="1249205" y="0"/>
                </a:lnTo>
                <a:lnTo>
                  <a:pt x="1299024" y="5023"/>
                </a:lnTo>
                <a:cubicBezTo>
                  <a:pt x="1426247" y="31059"/>
                  <a:pt x="1521958" y="143634"/>
                  <a:pt x="1521958" y="278551"/>
                </a:cubicBezTo>
                <a:lnTo>
                  <a:pt x="1521958" y="1242107"/>
                </a:lnTo>
                <a:cubicBezTo>
                  <a:pt x="1521958" y="1396298"/>
                  <a:pt x="1396948" y="1521308"/>
                  <a:pt x="1242757" y="1521308"/>
                </a:cubicBezTo>
                <a:lnTo>
                  <a:pt x="279201" y="1521308"/>
                </a:lnTo>
                <a:cubicBezTo>
                  <a:pt x="125010" y="1521496"/>
                  <a:pt x="0" y="1396486"/>
                  <a:pt x="0" y="1242107"/>
                </a:cubicBezTo>
                <a:lnTo>
                  <a:pt x="0" y="278551"/>
                </a:lnTo>
                <a:cubicBezTo>
                  <a:pt x="0" y="143634"/>
                  <a:pt x="95711" y="31059"/>
                  <a:pt x="222934" y="502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426C494-88B7-4A7A-B00D-D382C2AB3E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62527" y="2979738"/>
            <a:ext cx="1579568" cy="1578946"/>
          </a:xfrm>
          <a:custGeom>
            <a:avLst/>
            <a:gdLst>
              <a:gd name="connsiteX0" fmla="*/ 273032 w 1579568"/>
              <a:gd name="connsiteY0" fmla="*/ 0 h 1578946"/>
              <a:gd name="connsiteX1" fmla="*/ 1306537 w 1579568"/>
              <a:gd name="connsiteY1" fmla="*/ 0 h 1578946"/>
              <a:gd name="connsiteX2" fmla="*/ 1356634 w 1579568"/>
              <a:gd name="connsiteY2" fmla="*/ 5051 h 1578946"/>
              <a:gd name="connsiteX3" fmla="*/ 1579568 w 1579568"/>
              <a:gd name="connsiteY3" fmla="*/ 278579 h 1578946"/>
              <a:gd name="connsiteX4" fmla="*/ 1579568 w 1579568"/>
              <a:gd name="connsiteY4" fmla="*/ 1299745 h 1578946"/>
              <a:gd name="connsiteX5" fmla="*/ 1300367 w 1579568"/>
              <a:gd name="connsiteY5" fmla="*/ 1578946 h 1578946"/>
              <a:gd name="connsiteX6" fmla="*/ 279201 w 1579568"/>
              <a:gd name="connsiteY6" fmla="*/ 1578946 h 1578946"/>
              <a:gd name="connsiteX7" fmla="*/ 0 w 1579568"/>
              <a:gd name="connsiteY7" fmla="*/ 1299745 h 1578946"/>
              <a:gd name="connsiteX8" fmla="*/ 0 w 1579568"/>
              <a:gd name="connsiteY8" fmla="*/ 278579 h 1578946"/>
              <a:gd name="connsiteX9" fmla="*/ 222934 w 1579568"/>
              <a:gd name="connsiteY9" fmla="*/ 5051 h 1578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9568" h="1578946">
                <a:moveTo>
                  <a:pt x="273032" y="0"/>
                </a:moveTo>
                <a:lnTo>
                  <a:pt x="1306537" y="0"/>
                </a:lnTo>
                <a:lnTo>
                  <a:pt x="1356634" y="5051"/>
                </a:lnTo>
                <a:cubicBezTo>
                  <a:pt x="1483857" y="31087"/>
                  <a:pt x="1579568" y="143662"/>
                  <a:pt x="1579568" y="278579"/>
                </a:cubicBezTo>
                <a:lnTo>
                  <a:pt x="1579568" y="1299745"/>
                </a:lnTo>
                <a:cubicBezTo>
                  <a:pt x="1579568" y="1453936"/>
                  <a:pt x="1454558" y="1578946"/>
                  <a:pt x="1300367" y="1578946"/>
                </a:cubicBezTo>
                <a:lnTo>
                  <a:pt x="279201" y="1578946"/>
                </a:lnTo>
                <a:cubicBezTo>
                  <a:pt x="125010" y="1578946"/>
                  <a:pt x="0" y="1453936"/>
                  <a:pt x="0" y="1299745"/>
                </a:cubicBezTo>
                <a:lnTo>
                  <a:pt x="0" y="278579"/>
                </a:lnTo>
                <a:cubicBezTo>
                  <a:pt x="0" y="143662"/>
                  <a:pt x="95711" y="31087"/>
                  <a:pt x="222934" y="505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81F570D-BF76-4611-A6A6-7867D14042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2527" y="4817740"/>
            <a:ext cx="1521958" cy="1521958"/>
          </a:xfrm>
          <a:custGeom>
            <a:avLst/>
            <a:gdLst>
              <a:gd name="connsiteX0" fmla="*/ 279201 w 1521958"/>
              <a:gd name="connsiteY0" fmla="*/ 0 h 1521958"/>
              <a:gd name="connsiteX1" fmla="*/ 1242757 w 1521958"/>
              <a:gd name="connsiteY1" fmla="*/ 0 h 1521958"/>
              <a:gd name="connsiteX2" fmla="*/ 1521958 w 1521958"/>
              <a:gd name="connsiteY2" fmla="*/ 279201 h 1521958"/>
              <a:gd name="connsiteX3" fmla="*/ 1521958 w 1521958"/>
              <a:gd name="connsiteY3" fmla="*/ 1242757 h 1521958"/>
              <a:gd name="connsiteX4" fmla="*/ 1242757 w 1521958"/>
              <a:gd name="connsiteY4" fmla="*/ 1521958 h 1521958"/>
              <a:gd name="connsiteX5" fmla="*/ 279201 w 1521958"/>
              <a:gd name="connsiteY5" fmla="*/ 1521958 h 1521958"/>
              <a:gd name="connsiteX6" fmla="*/ 0 w 1521958"/>
              <a:gd name="connsiteY6" fmla="*/ 1242757 h 1521958"/>
              <a:gd name="connsiteX7" fmla="*/ 0 w 1521958"/>
              <a:gd name="connsiteY7" fmla="*/ 279201 h 1521958"/>
              <a:gd name="connsiteX8" fmla="*/ 279201 w 1521958"/>
              <a:gd name="connsiteY8" fmla="*/ 0 h 1521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1958" h="1521958">
                <a:moveTo>
                  <a:pt x="279201" y="0"/>
                </a:moveTo>
                <a:lnTo>
                  <a:pt x="1242757" y="0"/>
                </a:lnTo>
                <a:cubicBezTo>
                  <a:pt x="1396948" y="0"/>
                  <a:pt x="1521958" y="125010"/>
                  <a:pt x="1521958" y="279201"/>
                </a:cubicBezTo>
                <a:lnTo>
                  <a:pt x="1521958" y="1242757"/>
                </a:lnTo>
                <a:cubicBezTo>
                  <a:pt x="1521958" y="1396948"/>
                  <a:pt x="1396948" y="1521958"/>
                  <a:pt x="1242757" y="1521958"/>
                </a:cubicBezTo>
                <a:lnTo>
                  <a:pt x="279201" y="1521958"/>
                </a:lnTo>
                <a:cubicBezTo>
                  <a:pt x="125010" y="1521958"/>
                  <a:pt x="0" y="1396948"/>
                  <a:pt x="0" y="1242757"/>
                </a:cubicBezTo>
                <a:lnTo>
                  <a:pt x="0" y="279201"/>
                </a:lnTo>
                <a:cubicBezTo>
                  <a:pt x="0" y="125010"/>
                  <a:pt x="125010" y="0"/>
                  <a:pt x="2792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5D24E29-F7D3-45AE-986C-1ADD7EA9E608}"/>
              </a:ext>
            </a:extLst>
          </p:cNvPr>
          <p:cNvSpPr/>
          <p:nvPr userDrawn="1"/>
        </p:nvSpPr>
        <p:spPr>
          <a:xfrm>
            <a:off x="3750350" y="6143047"/>
            <a:ext cx="5375" cy="15901"/>
          </a:xfrm>
          <a:custGeom>
            <a:avLst/>
            <a:gdLst>
              <a:gd name="connsiteX0" fmla="*/ 5375 w 5375"/>
              <a:gd name="connsiteY0" fmla="*/ 7391 h 15901"/>
              <a:gd name="connsiteX1" fmla="*/ 2688 w 5375"/>
              <a:gd name="connsiteY1" fmla="*/ 15902 h 15901"/>
              <a:gd name="connsiteX2" fmla="*/ 0 w 5375"/>
              <a:gd name="connsiteY2" fmla="*/ 7391 h 15901"/>
              <a:gd name="connsiteX3" fmla="*/ 2464 w 5375"/>
              <a:gd name="connsiteY3" fmla="*/ 0 h 15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5" h="15901">
                <a:moveTo>
                  <a:pt x="5375" y="7391"/>
                </a:moveTo>
                <a:lnTo>
                  <a:pt x="2688" y="15902"/>
                </a:lnTo>
                <a:lnTo>
                  <a:pt x="0" y="7391"/>
                </a:lnTo>
                <a:lnTo>
                  <a:pt x="2464" y="0"/>
                </a:lnTo>
                <a:close/>
              </a:path>
            </a:pathLst>
          </a:custGeom>
          <a:gradFill>
            <a:gsLst>
              <a:gs pos="0">
                <a:srgbClr val="00BDB4"/>
              </a:gs>
              <a:gs pos="100000">
                <a:srgbClr val="007670"/>
              </a:gs>
            </a:gsLst>
            <a:lin ang="5400000" scaled="1"/>
          </a:gradFill>
          <a:ln w="2239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C74BF97-C07C-406A-A916-46250172CEA5}"/>
              </a:ext>
            </a:extLst>
          </p:cNvPr>
          <p:cNvSpPr/>
          <p:nvPr userDrawn="1"/>
        </p:nvSpPr>
        <p:spPr>
          <a:xfrm>
            <a:off x="3750350" y="6143047"/>
            <a:ext cx="5375" cy="15901"/>
          </a:xfrm>
          <a:custGeom>
            <a:avLst/>
            <a:gdLst>
              <a:gd name="connsiteX0" fmla="*/ 5375 w 5375"/>
              <a:gd name="connsiteY0" fmla="*/ 7391 h 15901"/>
              <a:gd name="connsiteX1" fmla="*/ 2688 w 5375"/>
              <a:gd name="connsiteY1" fmla="*/ 15902 h 15901"/>
              <a:gd name="connsiteX2" fmla="*/ 0 w 5375"/>
              <a:gd name="connsiteY2" fmla="*/ 7391 h 15901"/>
              <a:gd name="connsiteX3" fmla="*/ 2464 w 5375"/>
              <a:gd name="connsiteY3" fmla="*/ 0 h 15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5" h="15901">
                <a:moveTo>
                  <a:pt x="5375" y="7391"/>
                </a:moveTo>
                <a:lnTo>
                  <a:pt x="2688" y="15902"/>
                </a:lnTo>
                <a:lnTo>
                  <a:pt x="0" y="7391"/>
                </a:lnTo>
                <a:lnTo>
                  <a:pt x="2464" y="0"/>
                </a:lnTo>
                <a:close/>
              </a:path>
            </a:pathLst>
          </a:custGeom>
          <a:gradFill>
            <a:gsLst>
              <a:gs pos="0">
                <a:srgbClr val="00BDB4"/>
              </a:gs>
              <a:gs pos="100000">
                <a:srgbClr val="007670"/>
              </a:gs>
            </a:gsLst>
            <a:lin ang="5400000" scaled="1"/>
          </a:gradFill>
          <a:ln w="2239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34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953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3035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0518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E52CE-A114-45D5-AA6E-4B8DA42C6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39B65-7CB0-4F6E-946C-A12AB355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AA134-AB22-4DE3-8C07-AB71D6EF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51569-4897-4C5C-97C7-E4D9607F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7FB15-2400-4A97-8032-685C4418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8063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7635-8D93-4670-AD71-EEF81B52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91007-ADB4-46A1-95BF-70D23B818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37E6F-2B0C-4A02-AD73-B715E48FD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C2C9A-F11C-4343-9EA8-F3E00E84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B033B-2070-4DD1-A7FC-8F01474F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EAD14-28DE-457C-B6C5-D69E2429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4691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2D662-1F3C-42B5-9323-7BF46545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A716-3CFF-4FE4-93F7-DD16D2429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86C2D-415C-4317-A6D5-29CB4614E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6B436-373B-4028-B559-3212A0E65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234C0-0405-42D4-BBC1-6D851F603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CEEEF-D60C-4D0B-A070-F708707A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733CB4-6284-4E6A-B1C4-264C04674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A63B0-6462-4907-A0AB-3D02C89D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6291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6EB6-6BA2-4B21-80E1-D7937DEF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7389A-2426-48C4-A964-0A56BA58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5C0E-409F-4A56-97E4-66D8B47C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B8ADB-FE61-49FA-B9B2-07AFF03D6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0048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06288-B2E7-4DEE-948C-274ECC81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FA249-ADD2-4D5D-9E0C-FE1CF9A20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1B1A3-2834-4DEF-AEA5-87EEAFE1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8421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1F97-453E-4595-B43C-6A1C4DA83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CE19B-6270-4BE2-8405-1D74CBD5C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CD5A6-38E2-4553-BD08-53501F600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671DD-266E-48B8-8C6A-E6C86463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193DD-58BE-4816-A99C-EA9948AF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AB431-F024-44C7-879A-F960C176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992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9F1C-ACB0-43E6-B24B-E95B5E29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70F3F-EB44-4CDE-982F-96FDC9AA6A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92906-14DB-4BCF-B792-E34FD2D0B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E7D57-184F-47DD-A232-479F09E8B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17A14-D424-42B6-BBF0-8BF249A0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92327-49F0-40AA-8D1D-C6DE96993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2772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CFCB-2552-4759-81F9-510CE06A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34942-2A62-4A02-A939-2623967E0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45879-B0F9-424C-97BA-1F6A5BBC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A4B2-3EB2-4CC2-9C15-3C2F5B25A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36393-A0B4-4329-96E0-7CBC59C9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5084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21C73B-EAFD-4C58-A0CE-5F2BCBCF15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CE447-E251-4D9E-AD48-AF224D4E3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D7BBF-6F50-447D-969D-CC19E25D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651FE-CB33-47CE-9C87-D20D6712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BFEFD-35A9-4459-8B40-20D04D3C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25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FEEBF-83FB-4B82-BD56-F93EB40C4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680E3-0688-44A5-A991-3BD6EDC18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E7E87-7F4A-4473-B8DC-7A9EAF940B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7C022-2D7B-470A-8515-413F9D30AE77}" type="datetimeFigureOut">
              <a:rPr lang="en-IN" smtClean="0"/>
              <a:t>01-06-2025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C628A-9F8A-4012-99B1-28050DAB8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1681B-2973-4D78-BA9D-A3673AE25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25052-3FBD-42B0-B40D-DCF27094D76E}" type="slidenum">
              <a:rPr lang="en-IN" smtClean="0"/>
              <a:t>‹N›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23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51" r:id="rId19"/>
    <p:sldLayoutId id="2147483652" r:id="rId20"/>
    <p:sldLayoutId id="2147483653" r:id="rId21"/>
    <p:sldLayoutId id="2147483654" r:id="rId22"/>
    <p:sldLayoutId id="2147483655" r:id="rId23"/>
    <p:sldLayoutId id="2147483656" r:id="rId24"/>
    <p:sldLayoutId id="2147483657" r:id="rId25"/>
    <p:sldLayoutId id="2147483658" r:id="rId26"/>
    <p:sldLayoutId id="214748365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media" Target="../media/media2.mp4"/><Relationship Id="rId7" Type="http://schemas.openxmlformats.org/officeDocument/2006/relationships/image" Target="../media/image1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jpe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1.png"/><Relationship Id="rId4" Type="http://schemas.openxmlformats.org/officeDocument/2006/relationships/video" Target="../media/media2.mp4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hyperlink" Target="https://medium.com/@klogic/pypdf2-manipulate-pdf-with-python-529ed8d8e70" TargetMode="External"/><Relationship Id="rId3" Type="http://schemas.openxmlformats.org/officeDocument/2006/relationships/hyperlink" Target="https://service.oray.com/question/36398.html" TargetMode="External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hyperlink" Target="https://flask.palletsprojects.com/en/stable/tutorial/factory/" TargetMode="External"/><Relationship Id="rId5" Type="http://schemas.openxmlformats.org/officeDocument/2006/relationships/hyperlink" Target="https://www.brandvm.com/post/googles-gemini-ai-intelligence" TargetMode="External"/><Relationship Id="rId15" Type="http://schemas.openxmlformats.org/officeDocument/2006/relationships/hyperlink" Target="https://blog.csdn.net/Rocky006/article/details/133940175" TargetMode="External"/><Relationship Id="rId10" Type="http://schemas.openxmlformats.org/officeDocument/2006/relationships/image" Target="../media/image28.png"/><Relationship Id="rId4" Type="http://schemas.openxmlformats.org/officeDocument/2006/relationships/image" Target="../media/image23.jpeg"/><Relationship Id="rId9" Type="http://schemas.openxmlformats.org/officeDocument/2006/relationships/image" Target="../media/image27.png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lidechef.net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E89DEA05-1AEF-84BC-A6D2-CD47BE67D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826" y="2497976"/>
            <a:ext cx="1999937" cy="1999937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0222C12-C3A5-45AD-A957-100B76149054}"/>
              </a:ext>
            </a:extLst>
          </p:cNvPr>
          <p:cNvSpPr/>
          <p:nvPr/>
        </p:nvSpPr>
        <p:spPr>
          <a:xfrm>
            <a:off x="6716384" y="121674"/>
            <a:ext cx="4550626" cy="4550626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007670">
              <a:alpha val="14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7F95F-2DC9-47AE-9B08-F0F2EBEF96A3}"/>
              </a:ext>
            </a:extLst>
          </p:cNvPr>
          <p:cNvSpPr txBox="1"/>
          <p:nvPr/>
        </p:nvSpPr>
        <p:spPr>
          <a:xfrm>
            <a:off x="8914199" y="4011377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pc="300">
                <a:solidFill>
                  <a:srgbClr val="007481"/>
                </a:solidFill>
                <a:latin typeface="DM Sans" pitchFamily="2" charset="0"/>
              </a:rPr>
              <a:t>A voice for Health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8C0D9F0-2D8C-4254-88FE-07E4EFED7E7A}"/>
              </a:ext>
            </a:extLst>
          </p:cNvPr>
          <p:cNvSpPr/>
          <p:nvPr/>
        </p:nvSpPr>
        <p:spPr>
          <a:xfrm>
            <a:off x="10198100" y="3625452"/>
            <a:ext cx="1518048" cy="1518048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00928B">
              <a:alpha val="14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4365400" y="2506640"/>
            <a:ext cx="7508787" cy="186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11500" spc="600">
                <a:solidFill>
                  <a:srgbClr val="C9EEF0"/>
                </a:solidFill>
                <a:latin typeface="Rosario"/>
              </a:rPr>
              <a:t>Voice</a:t>
            </a:r>
            <a:r>
              <a:rPr lang="en-IN" sz="11500" spc="600">
                <a:solidFill>
                  <a:srgbClr val="008590"/>
                </a:solidFill>
                <a:latin typeface="Rosario"/>
              </a:rPr>
              <a:t> </a:t>
            </a:r>
            <a:r>
              <a:rPr lang="en-IN" sz="11500" spc="600">
                <a:solidFill>
                  <a:srgbClr val="C9EEF0"/>
                </a:solidFill>
                <a:latin typeface="Rosario"/>
              </a:rPr>
              <a:t>Care</a:t>
            </a:r>
            <a:endParaRPr lang="en-IN" sz="5400" spc="600">
              <a:solidFill>
                <a:srgbClr val="C9EEF0"/>
              </a:solidFill>
              <a:latin typeface="Rosario"/>
            </a:endParaRPr>
          </a:p>
        </p:txBody>
      </p:sp>
      <p:sp>
        <p:nvSpPr>
          <p:cNvPr id="21" name="Graphic 17">
            <a:extLst>
              <a:ext uri="{FF2B5EF4-FFF2-40B4-BE49-F238E27FC236}">
                <a16:creationId xmlns:a16="http://schemas.microsoft.com/office/drawing/2014/main" id="{776345E8-4C4D-4BB7-AB28-5B10B42925C3}"/>
              </a:ext>
            </a:extLst>
          </p:cNvPr>
          <p:cNvSpPr/>
          <p:nvPr/>
        </p:nvSpPr>
        <p:spPr>
          <a:xfrm>
            <a:off x="0" y="4038600"/>
            <a:ext cx="7352716" cy="1267400"/>
          </a:xfrm>
          <a:custGeom>
            <a:avLst/>
            <a:gdLst>
              <a:gd name="connsiteX0" fmla="*/ 4128353 w 7352716"/>
              <a:gd name="connsiteY0" fmla="*/ 1267401 h 1267400"/>
              <a:gd name="connsiteX1" fmla="*/ 4127964 w 7352716"/>
              <a:gd name="connsiteY1" fmla="*/ 1267401 h 1267400"/>
              <a:gd name="connsiteX2" fmla="*/ 4117848 w 7352716"/>
              <a:gd name="connsiteY2" fmla="*/ 1257869 h 1267400"/>
              <a:gd name="connsiteX3" fmla="*/ 4022528 w 7352716"/>
              <a:gd name="connsiteY3" fmla="*/ 90484 h 1267400"/>
              <a:gd name="connsiteX4" fmla="*/ 3873322 w 7352716"/>
              <a:gd name="connsiteY4" fmla="*/ 918606 h 1267400"/>
              <a:gd name="connsiteX5" fmla="*/ 3863012 w 7352716"/>
              <a:gd name="connsiteY5" fmla="*/ 927165 h 1267400"/>
              <a:gd name="connsiteX6" fmla="*/ 3852701 w 7352716"/>
              <a:gd name="connsiteY6" fmla="*/ 918606 h 1267400"/>
              <a:gd name="connsiteX7" fmla="*/ 3784615 w 7352716"/>
              <a:gd name="connsiteY7" fmla="*/ 543937 h 1267400"/>
              <a:gd name="connsiteX8" fmla="*/ 3738706 w 7352716"/>
              <a:gd name="connsiteY8" fmla="*/ 641592 h 1267400"/>
              <a:gd name="connsiteX9" fmla="*/ 3729368 w 7352716"/>
              <a:gd name="connsiteY9" fmla="*/ 647623 h 1267400"/>
              <a:gd name="connsiteX10" fmla="*/ 3201409 w 7352716"/>
              <a:gd name="connsiteY10" fmla="*/ 647623 h 1267400"/>
              <a:gd name="connsiteX11" fmla="*/ 3134685 w 7352716"/>
              <a:gd name="connsiteY11" fmla="*/ 886313 h 1267400"/>
              <a:gd name="connsiteX12" fmla="*/ 3123791 w 7352716"/>
              <a:gd name="connsiteY12" fmla="*/ 893900 h 1267400"/>
              <a:gd name="connsiteX13" fmla="*/ 3114259 w 7352716"/>
              <a:gd name="connsiteY13" fmla="*/ 884562 h 1267400"/>
              <a:gd name="connsiteX14" fmla="*/ 3078659 w 7352716"/>
              <a:gd name="connsiteY14" fmla="*/ 553275 h 1267400"/>
              <a:gd name="connsiteX15" fmla="*/ 2980032 w 7352716"/>
              <a:gd name="connsiteY15" fmla="*/ 1258258 h 1267400"/>
              <a:gd name="connsiteX16" fmla="*/ 2969527 w 7352716"/>
              <a:gd name="connsiteY16" fmla="*/ 1267206 h 1267400"/>
              <a:gd name="connsiteX17" fmla="*/ 2959412 w 7352716"/>
              <a:gd name="connsiteY17" fmla="*/ 1257674 h 1267400"/>
              <a:gd name="connsiteX18" fmla="*/ 2864091 w 7352716"/>
              <a:gd name="connsiteY18" fmla="*/ 90290 h 1267400"/>
              <a:gd name="connsiteX19" fmla="*/ 2714885 w 7352716"/>
              <a:gd name="connsiteY19" fmla="*/ 918411 h 1267400"/>
              <a:gd name="connsiteX20" fmla="*/ 2704575 w 7352716"/>
              <a:gd name="connsiteY20" fmla="*/ 926970 h 1267400"/>
              <a:gd name="connsiteX21" fmla="*/ 2694265 w 7352716"/>
              <a:gd name="connsiteY21" fmla="*/ 918411 h 1267400"/>
              <a:gd name="connsiteX22" fmla="*/ 2626179 w 7352716"/>
              <a:gd name="connsiteY22" fmla="*/ 543743 h 1267400"/>
              <a:gd name="connsiteX23" fmla="*/ 2580269 w 7352716"/>
              <a:gd name="connsiteY23" fmla="*/ 641398 h 1267400"/>
              <a:gd name="connsiteX24" fmla="*/ 2570932 w 7352716"/>
              <a:gd name="connsiteY24" fmla="*/ 647428 h 1267400"/>
              <a:gd name="connsiteX25" fmla="*/ 2042972 w 7352716"/>
              <a:gd name="connsiteY25" fmla="*/ 647428 h 1267400"/>
              <a:gd name="connsiteX26" fmla="*/ 1976248 w 7352716"/>
              <a:gd name="connsiteY26" fmla="*/ 886119 h 1267400"/>
              <a:gd name="connsiteX27" fmla="*/ 1965354 w 7352716"/>
              <a:gd name="connsiteY27" fmla="*/ 893705 h 1267400"/>
              <a:gd name="connsiteX28" fmla="*/ 1955822 w 7352716"/>
              <a:gd name="connsiteY28" fmla="*/ 884368 h 1267400"/>
              <a:gd name="connsiteX29" fmla="*/ 1920223 w 7352716"/>
              <a:gd name="connsiteY29" fmla="*/ 553080 h 1267400"/>
              <a:gd name="connsiteX30" fmla="*/ 1821595 w 7352716"/>
              <a:gd name="connsiteY30" fmla="*/ 1258063 h 1267400"/>
              <a:gd name="connsiteX31" fmla="*/ 1811091 w 7352716"/>
              <a:gd name="connsiteY31" fmla="*/ 1267012 h 1267400"/>
              <a:gd name="connsiteX32" fmla="*/ 1800975 w 7352716"/>
              <a:gd name="connsiteY32" fmla="*/ 1257480 h 1267400"/>
              <a:gd name="connsiteX33" fmla="*/ 1705654 w 7352716"/>
              <a:gd name="connsiteY33" fmla="*/ 90095 h 1267400"/>
              <a:gd name="connsiteX34" fmla="*/ 1556449 w 7352716"/>
              <a:gd name="connsiteY34" fmla="*/ 918216 h 1267400"/>
              <a:gd name="connsiteX35" fmla="*/ 1546138 w 7352716"/>
              <a:gd name="connsiteY35" fmla="*/ 926776 h 1267400"/>
              <a:gd name="connsiteX36" fmla="*/ 1535828 w 7352716"/>
              <a:gd name="connsiteY36" fmla="*/ 918216 h 1267400"/>
              <a:gd name="connsiteX37" fmla="*/ 1467742 w 7352716"/>
              <a:gd name="connsiteY37" fmla="*/ 543548 h 1267400"/>
              <a:gd name="connsiteX38" fmla="*/ 1421833 w 7352716"/>
              <a:gd name="connsiteY38" fmla="*/ 641203 h 1267400"/>
              <a:gd name="connsiteX39" fmla="*/ 1412495 w 7352716"/>
              <a:gd name="connsiteY39" fmla="*/ 647234 h 1267400"/>
              <a:gd name="connsiteX40" fmla="*/ 884536 w 7352716"/>
              <a:gd name="connsiteY40" fmla="*/ 647234 h 1267400"/>
              <a:gd name="connsiteX41" fmla="*/ 817812 w 7352716"/>
              <a:gd name="connsiteY41" fmla="*/ 885924 h 1267400"/>
              <a:gd name="connsiteX42" fmla="*/ 806918 w 7352716"/>
              <a:gd name="connsiteY42" fmla="*/ 893511 h 1267400"/>
              <a:gd name="connsiteX43" fmla="*/ 797386 w 7352716"/>
              <a:gd name="connsiteY43" fmla="*/ 884173 h 1267400"/>
              <a:gd name="connsiteX44" fmla="*/ 761786 w 7352716"/>
              <a:gd name="connsiteY44" fmla="*/ 552886 h 1267400"/>
              <a:gd name="connsiteX45" fmla="*/ 663159 w 7352716"/>
              <a:gd name="connsiteY45" fmla="*/ 1257869 h 1267400"/>
              <a:gd name="connsiteX46" fmla="*/ 652654 w 7352716"/>
              <a:gd name="connsiteY46" fmla="*/ 1266817 h 1267400"/>
              <a:gd name="connsiteX47" fmla="*/ 642538 w 7352716"/>
              <a:gd name="connsiteY47" fmla="*/ 1257285 h 1267400"/>
              <a:gd name="connsiteX48" fmla="*/ 547218 w 7352716"/>
              <a:gd name="connsiteY48" fmla="*/ 89900 h 1267400"/>
              <a:gd name="connsiteX49" fmla="*/ 398012 w 7352716"/>
              <a:gd name="connsiteY49" fmla="*/ 918022 h 1267400"/>
              <a:gd name="connsiteX50" fmla="*/ 387702 w 7352716"/>
              <a:gd name="connsiteY50" fmla="*/ 926581 h 1267400"/>
              <a:gd name="connsiteX51" fmla="*/ 377392 w 7352716"/>
              <a:gd name="connsiteY51" fmla="*/ 918022 h 1267400"/>
              <a:gd name="connsiteX52" fmla="*/ 309305 w 7352716"/>
              <a:gd name="connsiteY52" fmla="*/ 543354 h 1267400"/>
              <a:gd name="connsiteX53" fmla="*/ 263396 w 7352716"/>
              <a:gd name="connsiteY53" fmla="*/ 641009 h 1267400"/>
              <a:gd name="connsiteX54" fmla="*/ 254058 w 7352716"/>
              <a:gd name="connsiteY54" fmla="*/ 647039 h 1267400"/>
              <a:gd name="connsiteX55" fmla="*/ 10310 w 7352716"/>
              <a:gd name="connsiteY55" fmla="*/ 647039 h 1267400"/>
              <a:gd name="connsiteX56" fmla="*/ 0 w 7352716"/>
              <a:gd name="connsiteY56" fmla="*/ 637313 h 1267400"/>
              <a:gd name="connsiteX57" fmla="*/ 10310 w 7352716"/>
              <a:gd name="connsiteY57" fmla="*/ 627002 h 1267400"/>
              <a:gd name="connsiteX58" fmla="*/ 247444 w 7352716"/>
              <a:gd name="connsiteY58" fmla="*/ 627002 h 1267400"/>
              <a:gd name="connsiteX59" fmla="*/ 304248 w 7352716"/>
              <a:gd name="connsiteY59" fmla="*/ 505809 h 1267400"/>
              <a:gd name="connsiteX60" fmla="*/ 314947 w 7352716"/>
              <a:gd name="connsiteY60" fmla="*/ 499973 h 1267400"/>
              <a:gd name="connsiteX61" fmla="*/ 323895 w 7352716"/>
              <a:gd name="connsiteY61" fmla="*/ 508338 h 1267400"/>
              <a:gd name="connsiteX62" fmla="*/ 387507 w 7352716"/>
              <a:gd name="connsiteY62" fmla="*/ 858495 h 1267400"/>
              <a:gd name="connsiteX63" fmla="*/ 540798 w 7352716"/>
              <a:gd name="connsiteY63" fmla="*/ 8586 h 1267400"/>
              <a:gd name="connsiteX64" fmla="*/ 551498 w 7352716"/>
              <a:gd name="connsiteY64" fmla="*/ 27 h 1267400"/>
              <a:gd name="connsiteX65" fmla="*/ 561419 w 7352716"/>
              <a:gd name="connsiteY65" fmla="*/ 9559 h 1267400"/>
              <a:gd name="connsiteX66" fmla="*/ 655572 w 7352716"/>
              <a:gd name="connsiteY66" fmla="*/ 1162548 h 1267400"/>
              <a:gd name="connsiteX67" fmla="*/ 752838 w 7352716"/>
              <a:gd name="connsiteY67" fmla="*/ 467292 h 1267400"/>
              <a:gd name="connsiteX68" fmla="*/ 763343 w 7352716"/>
              <a:gd name="connsiteY68" fmla="*/ 458343 h 1267400"/>
              <a:gd name="connsiteX69" fmla="*/ 773458 w 7352716"/>
              <a:gd name="connsiteY69" fmla="*/ 467681 h 1267400"/>
              <a:gd name="connsiteX70" fmla="*/ 812170 w 7352716"/>
              <a:gd name="connsiteY70" fmla="*/ 828732 h 1267400"/>
              <a:gd name="connsiteX71" fmla="*/ 866444 w 7352716"/>
              <a:gd name="connsiteY71" fmla="*/ 634395 h 1267400"/>
              <a:gd name="connsiteX72" fmla="*/ 876366 w 7352716"/>
              <a:gd name="connsiteY72" fmla="*/ 626808 h 1267400"/>
              <a:gd name="connsiteX73" fmla="*/ 1405687 w 7352716"/>
              <a:gd name="connsiteY73" fmla="*/ 626808 h 1267400"/>
              <a:gd name="connsiteX74" fmla="*/ 1462879 w 7352716"/>
              <a:gd name="connsiteY74" fmla="*/ 505809 h 1267400"/>
              <a:gd name="connsiteX75" fmla="*/ 1473578 w 7352716"/>
              <a:gd name="connsiteY75" fmla="*/ 499973 h 1267400"/>
              <a:gd name="connsiteX76" fmla="*/ 1482526 w 7352716"/>
              <a:gd name="connsiteY76" fmla="*/ 508338 h 1267400"/>
              <a:gd name="connsiteX77" fmla="*/ 1546138 w 7352716"/>
              <a:gd name="connsiteY77" fmla="*/ 858495 h 1267400"/>
              <a:gd name="connsiteX78" fmla="*/ 1699235 w 7352716"/>
              <a:gd name="connsiteY78" fmla="*/ 8586 h 1267400"/>
              <a:gd name="connsiteX79" fmla="*/ 1710129 w 7352716"/>
              <a:gd name="connsiteY79" fmla="*/ 27 h 1267400"/>
              <a:gd name="connsiteX80" fmla="*/ 1720050 w 7352716"/>
              <a:gd name="connsiteY80" fmla="*/ 9559 h 1267400"/>
              <a:gd name="connsiteX81" fmla="*/ 1814203 w 7352716"/>
              <a:gd name="connsiteY81" fmla="*/ 1162548 h 1267400"/>
              <a:gd name="connsiteX82" fmla="*/ 1911469 w 7352716"/>
              <a:gd name="connsiteY82" fmla="*/ 467292 h 1267400"/>
              <a:gd name="connsiteX83" fmla="*/ 1921974 w 7352716"/>
              <a:gd name="connsiteY83" fmla="*/ 458343 h 1267400"/>
              <a:gd name="connsiteX84" fmla="*/ 1932089 w 7352716"/>
              <a:gd name="connsiteY84" fmla="*/ 467681 h 1267400"/>
              <a:gd name="connsiteX85" fmla="*/ 1970801 w 7352716"/>
              <a:gd name="connsiteY85" fmla="*/ 828732 h 1267400"/>
              <a:gd name="connsiteX86" fmla="*/ 2025076 w 7352716"/>
              <a:gd name="connsiteY86" fmla="*/ 634395 h 1267400"/>
              <a:gd name="connsiteX87" fmla="*/ 2034997 w 7352716"/>
              <a:gd name="connsiteY87" fmla="*/ 626808 h 1267400"/>
              <a:gd name="connsiteX88" fmla="*/ 2564318 w 7352716"/>
              <a:gd name="connsiteY88" fmla="*/ 626808 h 1267400"/>
              <a:gd name="connsiteX89" fmla="*/ 2621315 w 7352716"/>
              <a:gd name="connsiteY89" fmla="*/ 505809 h 1267400"/>
              <a:gd name="connsiteX90" fmla="*/ 2632015 w 7352716"/>
              <a:gd name="connsiteY90" fmla="*/ 499973 h 1267400"/>
              <a:gd name="connsiteX91" fmla="*/ 2640963 w 7352716"/>
              <a:gd name="connsiteY91" fmla="*/ 508338 h 1267400"/>
              <a:gd name="connsiteX92" fmla="*/ 2704575 w 7352716"/>
              <a:gd name="connsiteY92" fmla="*/ 858495 h 1267400"/>
              <a:gd name="connsiteX93" fmla="*/ 2857671 w 7352716"/>
              <a:gd name="connsiteY93" fmla="*/ 8586 h 1267400"/>
              <a:gd name="connsiteX94" fmla="*/ 2868371 w 7352716"/>
              <a:gd name="connsiteY94" fmla="*/ 27 h 1267400"/>
              <a:gd name="connsiteX95" fmla="*/ 2878292 w 7352716"/>
              <a:gd name="connsiteY95" fmla="*/ 9559 h 1267400"/>
              <a:gd name="connsiteX96" fmla="*/ 2972445 w 7352716"/>
              <a:gd name="connsiteY96" fmla="*/ 1162548 h 1267400"/>
              <a:gd name="connsiteX97" fmla="*/ 3069711 w 7352716"/>
              <a:gd name="connsiteY97" fmla="*/ 467292 h 1267400"/>
              <a:gd name="connsiteX98" fmla="*/ 3080216 w 7352716"/>
              <a:gd name="connsiteY98" fmla="*/ 458343 h 1267400"/>
              <a:gd name="connsiteX99" fmla="*/ 3090331 w 7352716"/>
              <a:gd name="connsiteY99" fmla="*/ 467681 h 1267400"/>
              <a:gd name="connsiteX100" fmla="*/ 3129043 w 7352716"/>
              <a:gd name="connsiteY100" fmla="*/ 828732 h 1267400"/>
              <a:gd name="connsiteX101" fmla="*/ 3183318 w 7352716"/>
              <a:gd name="connsiteY101" fmla="*/ 634395 h 1267400"/>
              <a:gd name="connsiteX102" fmla="*/ 3193239 w 7352716"/>
              <a:gd name="connsiteY102" fmla="*/ 626808 h 1267400"/>
              <a:gd name="connsiteX103" fmla="*/ 3722560 w 7352716"/>
              <a:gd name="connsiteY103" fmla="*/ 626808 h 1267400"/>
              <a:gd name="connsiteX104" fmla="*/ 3779752 w 7352716"/>
              <a:gd name="connsiteY104" fmla="*/ 505809 h 1267400"/>
              <a:gd name="connsiteX105" fmla="*/ 3790451 w 7352716"/>
              <a:gd name="connsiteY105" fmla="*/ 499973 h 1267400"/>
              <a:gd name="connsiteX106" fmla="*/ 3799400 w 7352716"/>
              <a:gd name="connsiteY106" fmla="*/ 508338 h 1267400"/>
              <a:gd name="connsiteX107" fmla="*/ 3863012 w 7352716"/>
              <a:gd name="connsiteY107" fmla="*/ 858495 h 1267400"/>
              <a:gd name="connsiteX108" fmla="*/ 4016108 w 7352716"/>
              <a:gd name="connsiteY108" fmla="*/ 8586 h 1267400"/>
              <a:gd name="connsiteX109" fmla="*/ 4026807 w 7352716"/>
              <a:gd name="connsiteY109" fmla="*/ 27 h 1267400"/>
              <a:gd name="connsiteX110" fmla="*/ 4036728 w 7352716"/>
              <a:gd name="connsiteY110" fmla="*/ 9559 h 1267400"/>
              <a:gd name="connsiteX111" fmla="*/ 4130882 w 7352716"/>
              <a:gd name="connsiteY111" fmla="*/ 1162548 h 1267400"/>
              <a:gd name="connsiteX112" fmla="*/ 4228148 w 7352716"/>
              <a:gd name="connsiteY112" fmla="*/ 467292 h 1267400"/>
              <a:gd name="connsiteX113" fmla="*/ 4238652 w 7352716"/>
              <a:gd name="connsiteY113" fmla="*/ 458343 h 1267400"/>
              <a:gd name="connsiteX114" fmla="*/ 4248768 w 7352716"/>
              <a:gd name="connsiteY114" fmla="*/ 467681 h 1267400"/>
              <a:gd name="connsiteX115" fmla="*/ 4287480 w 7352716"/>
              <a:gd name="connsiteY115" fmla="*/ 828732 h 1267400"/>
              <a:gd name="connsiteX116" fmla="*/ 4341754 w 7352716"/>
              <a:gd name="connsiteY116" fmla="*/ 634395 h 1267400"/>
              <a:gd name="connsiteX117" fmla="*/ 4351675 w 7352716"/>
              <a:gd name="connsiteY117" fmla="*/ 626808 h 1267400"/>
              <a:gd name="connsiteX118" fmla="*/ 7342407 w 7352716"/>
              <a:gd name="connsiteY118" fmla="*/ 626808 h 1267400"/>
              <a:gd name="connsiteX119" fmla="*/ 7352717 w 7352716"/>
              <a:gd name="connsiteY119" fmla="*/ 637118 h 1267400"/>
              <a:gd name="connsiteX120" fmla="*/ 7342407 w 7352716"/>
              <a:gd name="connsiteY120" fmla="*/ 647428 h 1267400"/>
              <a:gd name="connsiteX121" fmla="*/ 4360040 w 7352716"/>
              <a:gd name="connsiteY121" fmla="*/ 647428 h 1267400"/>
              <a:gd name="connsiteX122" fmla="*/ 4293316 w 7352716"/>
              <a:gd name="connsiteY122" fmla="*/ 886119 h 1267400"/>
              <a:gd name="connsiteX123" fmla="*/ 4282422 w 7352716"/>
              <a:gd name="connsiteY123" fmla="*/ 893705 h 1267400"/>
              <a:gd name="connsiteX124" fmla="*/ 4272890 w 7352716"/>
              <a:gd name="connsiteY124" fmla="*/ 884368 h 1267400"/>
              <a:gd name="connsiteX125" fmla="*/ 4237291 w 7352716"/>
              <a:gd name="connsiteY125" fmla="*/ 553080 h 1267400"/>
              <a:gd name="connsiteX126" fmla="*/ 4138663 w 7352716"/>
              <a:gd name="connsiteY126" fmla="*/ 1258063 h 1267400"/>
              <a:gd name="connsiteX127" fmla="*/ 4128353 w 7352716"/>
              <a:gd name="connsiteY127" fmla="*/ 1267401 h 126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7352716" h="1267400">
                <a:moveTo>
                  <a:pt x="4128353" y="1267401"/>
                </a:moveTo>
                <a:cubicBezTo>
                  <a:pt x="4128158" y="1267401"/>
                  <a:pt x="4128158" y="1267401"/>
                  <a:pt x="4127964" y="1267401"/>
                </a:cubicBezTo>
                <a:cubicBezTo>
                  <a:pt x="4122711" y="1267206"/>
                  <a:pt x="4118432" y="1263121"/>
                  <a:pt x="4117848" y="1257869"/>
                </a:cubicBezTo>
                <a:lnTo>
                  <a:pt x="4022528" y="90484"/>
                </a:lnTo>
                <a:lnTo>
                  <a:pt x="3873322" y="918606"/>
                </a:lnTo>
                <a:cubicBezTo>
                  <a:pt x="3872349" y="923469"/>
                  <a:pt x="3868069" y="927165"/>
                  <a:pt x="3863012" y="927165"/>
                </a:cubicBezTo>
                <a:cubicBezTo>
                  <a:pt x="3857954" y="927165"/>
                  <a:pt x="3853674" y="923663"/>
                  <a:pt x="3852701" y="918606"/>
                </a:cubicBezTo>
                <a:lnTo>
                  <a:pt x="3784615" y="543937"/>
                </a:lnTo>
                <a:lnTo>
                  <a:pt x="3738706" y="641592"/>
                </a:lnTo>
                <a:cubicBezTo>
                  <a:pt x="3736955" y="645288"/>
                  <a:pt x="3733259" y="647623"/>
                  <a:pt x="3729368" y="647623"/>
                </a:cubicBezTo>
                <a:lnTo>
                  <a:pt x="3201409" y="647623"/>
                </a:lnTo>
                <a:lnTo>
                  <a:pt x="3134685" y="886313"/>
                </a:lnTo>
                <a:cubicBezTo>
                  <a:pt x="3133323" y="891177"/>
                  <a:pt x="3128654" y="894289"/>
                  <a:pt x="3123791" y="893900"/>
                </a:cubicBezTo>
                <a:cubicBezTo>
                  <a:pt x="3118733" y="893511"/>
                  <a:pt x="3114842" y="889620"/>
                  <a:pt x="3114259" y="884562"/>
                </a:cubicBezTo>
                <a:lnTo>
                  <a:pt x="3078659" y="553275"/>
                </a:lnTo>
                <a:lnTo>
                  <a:pt x="2980032" y="1258258"/>
                </a:lnTo>
                <a:cubicBezTo>
                  <a:pt x="2979254" y="1263510"/>
                  <a:pt x="2974780" y="1267595"/>
                  <a:pt x="2969527" y="1267206"/>
                </a:cubicBezTo>
                <a:cubicBezTo>
                  <a:pt x="2964275" y="1267012"/>
                  <a:pt x="2959995" y="1262927"/>
                  <a:pt x="2959412" y="1257674"/>
                </a:cubicBezTo>
                <a:lnTo>
                  <a:pt x="2864091" y="90290"/>
                </a:lnTo>
                <a:lnTo>
                  <a:pt x="2714885" y="918411"/>
                </a:lnTo>
                <a:cubicBezTo>
                  <a:pt x="2713912" y="923274"/>
                  <a:pt x="2709633" y="926970"/>
                  <a:pt x="2704575" y="926970"/>
                </a:cubicBezTo>
                <a:cubicBezTo>
                  <a:pt x="2699517" y="926970"/>
                  <a:pt x="2695238" y="923469"/>
                  <a:pt x="2694265" y="918411"/>
                </a:cubicBezTo>
                <a:lnTo>
                  <a:pt x="2626179" y="543743"/>
                </a:lnTo>
                <a:lnTo>
                  <a:pt x="2580269" y="641398"/>
                </a:lnTo>
                <a:cubicBezTo>
                  <a:pt x="2578518" y="645094"/>
                  <a:pt x="2574822" y="647428"/>
                  <a:pt x="2570932" y="647428"/>
                </a:cubicBezTo>
                <a:lnTo>
                  <a:pt x="2042972" y="647428"/>
                </a:lnTo>
                <a:lnTo>
                  <a:pt x="1976248" y="886119"/>
                </a:lnTo>
                <a:cubicBezTo>
                  <a:pt x="1974886" y="890982"/>
                  <a:pt x="1970412" y="894094"/>
                  <a:pt x="1965354" y="893705"/>
                </a:cubicBezTo>
                <a:cubicBezTo>
                  <a:pt x="1960296" y="893316"/>
                  <a:pt x="1956406" y="889426"/>
                  <a:pt x="1955822" y="884368"/>
                </a:cubicBezTo>
                <a:lnTo>
                  <a:pt x="1920223" y="553080"/>
                </a:lnTo>
                <a:lnTo>
                  <a:pt x="1821595" y="1258063"/>
                </a:lnTo>
                <a:cubicBezTo>
                  <a:pt x="1820817" y="1263316"/>
                  <a:pt x="1816537" y="1267401"/>
                  <a:pt x="1811091" y="1267012"/>
                </a:cubicBezTo>
                <a:cubicBezTo>
                  <a:pt x="1805838" y="1266817"/>
                  <a:pt x="1801559" y="1262732"/>
                  <a:pt x="1800975" y="1257480"/>
                </a:cubicBezTo>
                <a:lnTo>
                  <a:pt x="1705654" y="90095"/>
                </a:lnTo>
                <a:lnTo>
                  <a:pt x="1556449" y="918216"/>
                </a:lnTo>
                <a:cubicBezTo>
                  <a:pt x="1555476" y="923080"/>
                  <a:pt x="1551196" y="926776"/>
                  <a:pt x="1546138" y="926776"/>
                </a:cubicBezTo>
                <a:cubicBezTo>
                  <a:pt x="1541081" y="926776"/>
                  <a:pt x="1536801" y="923274"/>
                  <a:pt x="1535828" y="918216"/>
                </a:cubicBezTo>
                <a:lnTo>
                  <a:pt x="1467742" y="543548"/>
                </a:lnTo>
                <a:lnTo>
                  <a:pt x="1421833" y="641203"/>
                </a:lnTo>
                <a:cubicBezTo>
                  <a:pt x="1420082" y="644899"/>
                  <a:pt x="1416386" y="647234"/>
                  <a:pt x="1412495" y="647234"/>
                </a:cubicBezTo>
                <a:lnTo>
                  <a:pt x="884536" y="647234"/>
                </a:lnTo>
                <a:lnTo>
                  <a:pt x="817812" y="885924"/>
                </a:lnTo>
                <a:cubicBezTo>
                  <a:pt x="816450" y="890787"/>
                  <a:pt x="811781" y="893900"/>
                  <a:pt x="806918" y="893511"/>
                </a:cubicBezTo>
                <a:cubicBezTo>
                  <a:pt x="801860" y="893122"/>
                  <a:pt x="797969" y="889231"/>
                  <a:pt x="797386" y="884173"/>
                </a:cubicBezTo>
                <a:lnTo>
                  <a:pt x="761786" y="552886"/>
                </a:lnTo>
                <a:lnTo>
                  <a:pt x="663159" y="1257869"/>
                </a:lnTo>
                <a:cubicBezTo>
                  <a:pt x="662381" y="1263121"/>
                  <a:pt x="657906" y="1267206"/>
                  <a:pt x="652654" y="1266817"/>
                </a:cubicBezTo>
                <a:cubicBezTo>
                  <a:pt x="647402" y="1266623"/>
                  <a:pt x="643122" y="1262538"/>
                  <a:pt x="642538" y="1257285"/>
                </a:cubicBezTo>
                <a:lnTo>
                  <a:pt x="547218" y="89900"/>
                </a:lnTo>
                <a:lnTo>
                  <a:pt x="398012" y="918022"/>
                </a:lnTo>
                <a:cubicBezTo>
                  <a:pt x="397039" y="922885"/>
                  <a:pt x="392760" y="926581"/>
                  <a:pt x="387702" y="926581"/>
                </a:cubicBezTo>
                <a:cubicBezTo>
                  <a:pt x="382644" y="926581"/>
                  <a:pt x="378364" y="923080"/>
                  <a:pt x="377392" y="918022"/>
                </a:cubicBezTo>
                <a:lnTo>
                  <a:pt x="309305" y="543354"/>
                </a:lnTo>
                <a:lnTo>
                  <a:pt x="263396" y="641009"/>
                </a:lnTo>
                <a:cubicBezTo>
                  <a:pt x="261645" y="644705"/>
                  <a:pt x="257949" y="647039"/>
                  <a:pt x="254058" y="647039"/>
                </a:cubicBezTo>
                <a:lnTo>
                  <a:pt x="10310" y="647039"/>
                </a:lnTo>
                <a:cubicBezTo>
                  <a:pt x="4669" y="647623"/>
                  <a:pt x="0" y="642954"/>
                  <a:pt x="0" y="637313"/>
                </a:cubicBezTo>
                <a:cubicBezTo>
                  <a:pt x="0" y="631671"/>
                  <a:pt x="4669" y="627002"/>
                  <a:pt x="10310" y="627002"/>
                </a:cubicBezTo>
                <a:lnTo>
                  <a:pt x="247444" y="627002"/>
                </a:lnTo>
                <a:lnTo>
                  <a:pt x="304248" y="505809"/>
                </a:lnTo>
                <a:cubicBezTo>
                  <a:pt x="306193" y="501724"/>
                  <a:pt x="310473" y="499390"/>
                  <a:pt x="314947" y="499973"/>
                </a:cubicBezTo>
                <a:cubicBezTo>
                  <a:pt x="319421" y="500557"/>
                  <a:pt x="322923" y="504058"/>
                  <a:pt x="323895" y="508338"/>
                </a:cubicBezTo>
                <a:lnTo>
                  <a:pt x="387507" y="858495"/>
                </a:lnTo>
                <a:lnTo>
                  <a:pt x="540798" y="8586"/>
                </a:lnTo>
                <a:cubicBezTo>
                  <a:pt x="541771" y="3528"/>
                  <a:pt x="546245" y="-362"/>
                  <a:pt x="551498" y="27"/>
                </a:cubicBezTo>
                <a:cubicBezTo>
                  <a:pt x="556750" y="221"/>
                  <a:pt x="560835" y="4307"/>
                  <a:pt x="561419" y="9559"/>
                </a:cubicBezTo>
                <a:lnTo>
                  <a:pt x="655572" y="1162548"/>
                </a:lnTo>
                <a:lnTo>
                  <a:pt x="752838" y="467292"/>
                </a:lnTo>
                <a:cubicBezTo>
                  <a:pt x="753616" y="462040"/>
                  <a:pt x="757896" y="458149"/>
                  <a:pt x="763343" y="458343"/>
                </a:cubicBezTo>
                <a:cubicBezTo>
                  <a:pt x="768595" y="458343"/>
                  <a:pt x="772875" y="462429"/>
                  <a:pt x="773458" y="467681"/>
                </a:cubicBezTo>
                <a:lnTo>
                  <a:pt x="812170" y="828732"/>
                </a:lnTo>
                <a:lnTo>
                  <a:pt x="866444" y="634395"/>
                </a:lnTo>
                <a:cubicBezTo>
                  <a:pt x="867612" y="629920"/>
                  <a:pt x="871697" y="626808"/>
                  <a:pt x="876366" y="626808"/>
                </a:cubicBezTo>
                <a:lnTo>
                  <a:pt x="1405687" y="626808"/>
                </a:lnTo>
                <a:lnTo>
                  <a:pt x="1462879" y="505809"/>
                </a:lnTo>
                <a:cubicBezTo>
                  <a:pt x="1464824" y="501724"/>
                  <a:pt x="1469104" y="499390"/>
                  <a:pt x="1473578" y="499973"/>
                </a:cubicBezTo>
                <a:cubicBezTo>
                  <a:pt x="1478052" y="500557"/>
                  <a:pt x="1481554" y="504058"/>
                  <a:pt x="1482526" y="508338"/>
                </a:cubicBezTo>
                <a:lnTo>
                  <a:pt x="1546138" y="858495"/>
                </a:lnTo>
                <a:lnTo>
                  <a:pt x="1699235" y="8586"/>
                </a:lnTo>
                <a:cubicBezTo>
                  <a:pt x="1700208" y="3528"/>
                  <a:pt x="1704876" y="-168"/>
                  <a:pt x="1710129" y="27"/>
                </a:cubicBezTo>
                <a:cubicBezTo>
                  <a:pt x="1715381" y="221"/>
                  <a:pt x="1719466" y="4307"/>
                  <a:pt x="1720050" y="9559"/>
                </a:cubicBezTo>
                <a:lnTo>
                  <a:pt x="1814203" y="1162548"/>
                </a:lnTo>
                <a:lnTo>
                  <a:pt x="1911469" y="467292"/>
                </a:lnTo>
                <a:cubicBezTo>
                  <a:pt x="1912247" y="462040"/>
                  <a:pt x="1916138" y="458343"/>
                  <a:pt x="1921974" y="458343"/>
                </a:cubicBezTo>
                <a:cubicBezTo>
                  <a:pt x="1927226" y="458343"/>
                  <a:pt x="1931506" y="462429"/>
                  <a:pt x="1932089" y="467681"/>
                </a:cubicBezTo>
                <a:lnTo>
                  <a:pt x="1970801" y="828732"/>
                </a:lnTo>
                <a:lnTo>
                  <a:pt x="2025076" y="634395"/>
                </a:lnTo>
                <a:cubicBezTo>
                  <a:pt x="2026243" y="629920"/>
                  <a:pt x="2030328" y="626808"/>
                  <a:pt x="2034997" y="626808"/>
                </a:cubicBezTo>
                <a:lnTo>
                  <a:pt x="2564318" y="626808"/>
                </a:lnTo>
                <a:lnTo>
                  <a:pt x="2621315" y="505809"/>
                </a:lnTo>
                <a:cubicBezTo>
                  <a:pt x="2623261" y="501724"/>
                  <a:pt x="2627541" y="499390"/>
                  <a:pt x="2632015" y="499973"/>
                </a:cubicBezTo>
                <a:cubicBezTo>
                  <a:pt x="2636489" y="500557"/>
                  <a:pt x="2639991" y="504058"/>
                  <a:pt x="2640963" y="508338"/>
                </a:cubicBezTo>
                <a:lnTo>
                  <a:pt x="2704575" y="858495"/>
                </a:lnTo>
                <a:lnTo>
                  <a:pt x="2857671" y="8586"/>
                </a:lnTo>
                <a:cubicBezTo>
                  <a:pt x="2858644" y="3528"/>
                  <a:pt x="2863118" y="-362"/>
                  <a:pt x="2868371" y="27"/>
                </a:cubicBezTo>
                <a:cubicBezTo>
                  <a:pt x="2873623" y="221"/>
                  <a:pt x="2877708" y="4307"/>
                  <a:pt x="2878292" y="9559"/>
                </a:cubicBezTo>
                <a:lnTo>
                  <a:pt x="2972445" y="1162548"/>
                </a:lnTo>
                <a:lnTo>
                  <a:pt x="3069711" y="467292"/>
                </a:lnTo>
                <a:cubicBezTo>
                  <a:pt x="3070489" y="462040"/>
                  <a:pt x="3075158" y="458149"/>
                  <a:pt x="3080216" y="458343"/>
                </a:cubicBezTo>
                <a:cubicBezTo>
                  <a:pt x="3085468" y="458343"/>
                  <a:pt x="3089748" y="462429"/>
                  <a:pt x="3090331" y="467681"/>
                </a:cubicBezTo>
                <a:lnTo>
                  <a:pt x="3129043" y="828732"/>
                </a:lnTo>
                <a:lnTo>
                  <a:pt x="3183318" y="634395"/>
                </a:lnTo>
                <a:cubicBezTo>
                  <a:pt x="3184485" y="629920"/>
                  <a:pt x="3188570" y="626808"/>
                  <a:pt x="3193239" y="626808"/>
                </a:cubicBezTo>
                <a:lnTo>
                  <a:pt x="3722560" y="626808"/>
                </a:lnTo>
                <a:lnTo>
                  <a:pt x="3779752" y="505809"/>
                </a:lnTo>
                <a:cubicBezTo>
                  <a:pt x="3781697" y="501724"/>
                  <a:pt x="3785977" y="499390"/>
                  <a:pt x="3790451" y="499973"/>
                </a:cubicBezTo>
                <a:cubicBezTo>
                  <a:pt x="3794925" y="500557"/>
                  <a:pt x="3798427" y="504058"/>
                  <a:pt x="3799400" y="508338"/>
                </a:cubicBezTo>
                <a:lnTo>
                  <a:pt x="3863012" y="858495"/>
                </a:lnTo>
                <a:lnTo>
                  <a:pt x="4016108" y="8586"/>
                </a:lnTo>
                <a:cubicBezTo>
                  <a:pt x="4017081" y="3528"/>
                  <a:pt x="4021750" y="-168"/>
                  <a:pt x="4026807" y="27"/>
                </a:cubicBezTo>
                <a:cubicBezTo>
                  <a:pt x="4032060" y="221"/>
                  <a:pt x="4036145" y="4307"/>
                  <a:pt x="4036728" y="9559"/>
                </a:cubicBezTo>
                <a:lnTo>
                  <a:pt x="4130882" y="1162548"/>
                </a:lnTo>
                <a:lnTo>
                  <a:pt x="4228148" y="467292"/>
                </a:lnTo>
                <a:cubicBezTo>
                  <a:pt x="4228926" y="462040"/>
                  <a:pt x="4233206" y="458149"/>
                  <a:pt x="4238652" y="458343"/>
                </a:cubicBezTo>
                <a:cubicBezTo>
                  <a:pt x="4243905" y="458343"/>
                  <a:pt x="4248185" y="462429"/>
                  <a:pt x="4248768" y="467681"/>
                </a:cubicBezTo>
                <a:lnTo>
                  <a:pt x="4287480" y="828732"/>
                </a:lnTo>
                <a:lnTo>
                  <a:pt x="4341754" y="634395"/>
                </a:lnTo>
                <a:cubicBezTo>
                  <a:pt x="4342921" y="629920"/>
                  <a:pt x="4347007" y="626808"/>
                  <a:pt x="4351675" y="626808"/>
                </a:cubicBezTo>
                <a:lnTo>
                  <a:pt x="7342407" y="626808"/>
                </a:lnTo>
                <a:cubicBezTo>
                  <a:pt x="7348048" y="626808"/>
                  <a:pt x="7352717" y="631477"/>
                  <a:pt x="7352717" y="637118"/>
                </a:cubicBezTo>
                <a:cubicBezTo>
                  <a:pt x="7352717" y="642760"/>
                  <a:pt x="7348048" y="647428"/>
                  <a:pt x="7342407" y="647428"/>
                </a:cubicBezTo>
                <a:lnTo>
                  <a:pt x="4360040" y="647428"/>
                </a:lnTo>
                <a:lnTo>
                  <a:pt x="4293316" y="886119"/>
                </a:lnTo>
                <a:cubicBezTo>
                  <a:pt x="4291954" y="890982"/>
                  <a:pt x="4287480" y="894094"/>
                  <a:pt x="4282422" y="893705"/>
                </a:cubicBezTo>
                <a:cubicBezTo>
                  <a:pt x="4277364" y="893316"/>
                  <a:pt x="4273474" y="889426"/>
                  <a:pt x="4272890" y="884368"/>
                </a:cubicBezTo>
                <a:lnTo>
                  <a:pt x="4237291" y="553080"/>
                </a:lnTo>
                <a:lnTo>
                  <a:pt x="4138663" y="1258063"/>
                </a:lnTo>
                <a:cubicBezTo>
                  <a:pt x="4137885" y="1263510"/>
                  <a:pt x="4133605" y="1267401"/>
                  <a:pt x="4128353" y="1267401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60561B6-F8C3-004D-1CD7-50593A94EEAE}"/>
              </a:ext>
            </a:extLst>
          </p:cNvPr>
          <p:cNvSpPr txBox="1"/>
          <p:nvPr/>
        </p:nvSpPr>
        <p:spPr>
          <a:xfrm>
            <a:off x="5970146" y="5349651"/>
            <a:ext cx="6043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>
                <a:solidFill>
                  <a:schemeClr val="bg1"/>
                </a:solidFill>
                <a:latin typeface="DM Sans Medium" pitchFamily="2" charset="0"/>
              </a:rPr>
              <a:t> </a:t>
            </a:r>
            <a:r>
              <a:rPr lang="en-US" sz="2400">
                <a:solidFill>
                  <a:srgbClr val="007481"/>
                </a:solidFill>
                <a:latin typeface="DM Sans Medium" pitchFamily="2" charset="0"/>
              </a:rPr>
              <a:t>Antonio </a:t>
            </a:r>
            <a:r>
              <a:rPr lang="en-US" sz="2400" err="1">
                <a:solidFill>
                  <a:srgbClr val="007481"/>
                </a:solidFill>
                <a:latin typeface="DM Sans Medium" pitchFamily="2" charset="0"/>
              </a:rPr>
              <a:t>Boccarossa</a:t>
            </a:r>
            <a:r>
              <a:rPr lang="en-US" sz="2400">
                <a:solidFill>
                  <a:srgbClr val="007481"/>
                </a:solidFill>
                <a:latin typeface="DM Sans Medium" pitchFamily="2" charset="0"/>
              </a:rPr>
              <a:t>               M63001643</a:t>
            </a:r>
          </a:p>
          <a:p>
            <a:pPr algn="just"/>
            <a:r>
              <a:rPr lang="en-US" sz="2400">
                <a:solidFill>
                  <a:srgbClr val="007481"/>
                </a:solidFill>
                <a:latin typeface="DM Sans Medium" pitchFamily="2" charset="0"/>
              </a:rPr>
              <a:t> Francesco Brunello                 M63001655</a:t>
            </a:r>
            <a:endParaRPr lang="it-IT" sz="2400">
              <a:solidFill>
                <a:srgbClr val="007481"/>
              </a:solidFill>
              <a:latin typeface="DM Sans Medium" pitchFamily="2" charset="0"/>
            </a:endParaRPr>
          </a:p>
        </p:txBody>
      </p:sp>
      <p:pic>
        <p:nvPicPr>
          <p:cNvPr id="6" name="Immagine 5" descr="Immagine che contiene Elementi grafici, cuore, logo, Carattere&#10;&#10;Il contenuto generato dall'IA potrebbe non essere corretto.">
            <a:extLst>
              <a:ext uri="{FF2B5EF4-FFF2-40B4-BE49-F238E27FC236}">
                <a16:creationId xmlns:a16="http://schemas.microsoft.com/office/drawing/2014/main" id="{05DB32A6-2EB4-5E62-4760-09D461D14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87" y="121674"/>
            <a:ext cx="2099720" cy="209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85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Elementi grafici, grafic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BF85E8B9-792D-43AF-1EB1-896921FD7B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56" y="0"/>
            <a:ext cx="7079285" cy="7079285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253D2D6-6AE0-4E7B-B34B-9DA6706634A9}"/>
              </a:ext>
            </a:extLst>
          </p:cNvPr>
          <p:cNvSpPr/>
          <p:nvPr/>
        </p:nvSpPr>
        <p:spPr>
          <a:xfrm>
            <a:off x="3012989" y="115612"/>
            <a:ext cx="7751352" cy="6709235"/>
          </a:xfrm>
          <a:custGeom>
            <a:avLst/>
            <a:gdLst>
              <a:gd name="connsiteX0" fmla="*/ 4354722 w 7751352"/>
              <a:gd name="connsiteY0" fmla="*/ 96 h 6709235"/>
              <a:gd name="connsiteX1" fmla="*/ 5682325 w 7751352"/>
              <a:gd name="connsiteY1" fmla="*/ 502317 h 6709235"/>
              <a:gd name="connsiteX2" fmla="*/ 7474344 w 7751352"/>
              <a:gd name="connsiteY2" fmla="*/ 2105323 h 6709235"/>
              <a:gd name="connsiteX3" fmla="*/ 7594967 w 7751352"/>
              <a:gd name="connsiteY3" fmla="*/ 3459871 h 6709235"/>
              <a:gd name="connsiteX4" fmla="*/ 7229637 w 7751352"/>
              <a:gd name="connsiteY4" fmla="*/ 3988820 h 6709235"/>
              <a:gd name="connsiteX5" fmla="*/ 6980313 w 7751352"/>
              <a:gd name="connsiteY5" fmla="*/ 6049211 h 6709235"/>
              <a:gd name="connsiteX6" fmla="*/ 6984665 w 7751352"/>
              <a:gd name="connsiteY6" fmla="*/ 6396201 h 6709235"/>
              <a:gd name="connsiteX7" fmla="*/ 6947028 w 7751352"/>
              <a:gd name="connsiteY7" fmla="*/ 6709235 h 6709235"/>
              <a:gd name="connsiteX8" fmla="*/ 4151412 w 7751352"/>
              <a:gd name="connsiteY8" fmla="*/ 6709235 h 6709235"/>
              <a:gd name="connsiteX9" fmla="*/ 4131939 w 7751352"/>
              <a:gd name="connsiteY9" fmla="*/ 6663749 h 6709235"/>
              <a:gd name="connsiteX10" fmla="*/ 2550761 w 7751352"/>
              <a:gd name="connsiteY10" fmla="*/ 5525167 h 6709235"/>
              <a:gd name="connsiteX11" fmla="*/ 876766 w 7751352"/>
              <a:gd name="connsiteY11" fmla="*/ 5322591 h 6709235"/>
              <a:gd name="connsiteX12" fmla="*/ 567709 w 7751352"/>
              <a:gd name="connsiteY12" fmla="*/ 2970744 h 6709235"/>
              <a:gd name="connsiteX13" fmla="*/ 1373397 w 7751352"/>
              <a:gd name="connsiteY13" fmla="*/ 2388122 h 6709235"/>
              <a:gd name="connsiteX14" fmla="*/ 2236798 w 7751352"/>
              <a:gd name="connsiteY14" fmla="*/ 1889761 h 6709235"/>
              <a:gd name="connsiteX15" fmla="*/ 3242464 w 7751352"/>
              <a:gd name="connsiteY15" fmla="*/ 639965 h 6709235"/>
              <a:gd name="connsiteX16" fmla="*/ 4354722 w 7751352"/>
              <a:gd name="connsiteY16" fmla="*/ 96 h 6709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751352" h="6709235">
                <a:moveTo>
                  <a:pt x="4354722" y="96"/>
                </a:moveTo>
                <a:cubicBezTo>
                  <a:pt x="4785954" y="5038"/>
                  <a:pt x="5253077" y="200328"/>
                  <a:pt x="5682325" y="502317"/>
                </a:cubicBezTo>
                <a:cubicBezTo>
                  <a:pt x="6338821" y="964317"/>
                  <a:pt x="6971656" y="1479992"/>
                  <a:pt x="7474344" y="2105323"/>
                </a:cubicBezTo>
                <a:cubicBezTo>
                  <a:pt x="7821495" y="2537313"/>
                  <a:pt x="7819475" y="3133499"/>
                  <a:pt x="7594967" y="3459871"/>
                </a:cubicBezTo>
                <a:cubicBezTo>
                  <a:pt x="7473479" y="3636476"/>
                  <a:pt x="7360361" y="3819141"/>
                  <a:pt x="7229637" y="3988820"/>
                </a:cubicBezTo>
                <a:cubicBezTo>
                  <a:pt x="6702997" y="4672731"/>
                  <a:pt x="6919425" y="5256508"/>
                  <a:pt x="6980313" y="6049211"/>
                </a:cubicBezTo>
                <a:cubicBezTo>
                  <a:pt x="6989475" y="6168552"/>
                  <a:pt x="6990671" y="6284357"/>
                  <a:pt x="6984665" y="6396201"/>
                </a:cubicBezTo>
                <a:lnTo>
                  <a:pt x="6947028" y="6709235"/>
                </a:lnTo>
                <a:lnTo>
                  <a:pt x="4151412" y="6709235"/>
                </a:lnTo>
                <a:lnTo>
                  <a:pt x="4131939" y="6663749"/>
                </a:lnTo>
                <a:cubicBezTo>
                  <a:pt x="3776696" y="5824708"/>
                  <a:pt x="3658365" y="5489294"/>
                  <a:pt x="2550761" y="5525167"/>
                </a:cubicBezTo>
                <a:cubicBezTo>
                  <a:pt x="2173601" y="5537287"/>
                  <a:pt x="1506139" y="5682149"/>
                  <a:pt x="876766" y="5322591"/>
                </a:cubicBezTo>
                <a:cubicBezTo>
                  <a:pt x="-67723" y="4782676"/>
                  <a:pt x="-365528" y="3497963"/>
                  <a:pt x="567709" y="2970744"/>
                </a:cubicBezTo>
                <a:cubicBezTo>
                  <a:pt x="956123" y="2751431"/>
                  <a:pt x="922650" y="2964685"/>
                  <a:pt x="1373397" y="2388122"/>
                </a:cubicBezTo>
                <a:cubicBezTo>
                  <a:pt x="1625319" y="2066078"/>
                  <a:pt x="1874354" y="1989895"/>
                  <a:pt x="2236798" y="1889761"/>
                </a:cubicBezTo>
                <a:cubicBezTo>
                  <a:pt x="2856357" y="1718640"/>
                  <a:pt x="2909166" y="1175839"/>
                  <a:pt x="3242464" y="639965"/>
                </a:cubicBezTo>
                <a:cubicBezTo>
                  <a:pt x="3528149" y="180561"/>
                  <a:pt x="3923490" y="-4846"/>
                  <a:pt x="4354722" y="96"/>
                </a:cubicBezTo>
                <a:close/>
              </a:path>
            </a:pathLst>
          </a:custGeom>
          <a:solidFill>
            <a:srgbClr val="208791"/>
          </a:solidFill>
          <a:ln w="21564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A05999-39E8-4732-B303-EBE7FF247DD7}"/>
              </a:ext>
            </a:extLst>
          </p:cNvPr>
          <p:cNvSpPr/>
          <p:nvPr/>
        </p:nvSpPr>
        <p:spPr>
          <a:xfrm>
            <a:off x="0" y="268332"/>
            <a:ext cx="3918932" cy="1267382"/>
          </a:xfrm>
          <a:custGeom>
            <a:avLst/>
            <a:gdLst>
              <a:gd name="connsiteX0" fmla="*/ 593022 w 3918932"/>
              <a:gd name="connsiteY0" fmla="*/ 8 h 1267382"/>
              <a:gd name="connsiteX1" fmla="*/ 602943 w 3918932"/>
              <a:gd name="connsiteY1" fmla="*/ 9540 h 1267382"/>
              <a:gd name="connsiteX2" fmla="*/ 697097 w 3918932"/>
              <a:gd name="connsiteY2" fmla="*/ 1162529 h 1267382"/>
              <a:gd name="connsiteX3" fmla="*/ 794363 w 3918932"/>
              <a:gd name="connsiteY3" fmla="*/ 467273 h 1267382"/>
              <a:gd name="connsiteX4" fmla="*/ 804867 w 3918932"/>
              <a:gd name="connsiteY4" fmla="*/ 458324 h 1267382"/>
              <a:gd name="connsiteX5" fmla="*/ 814983 w 3918932"/>
              <a:gd name="connsiteY5" fmla="*/ 467662 h 1267382"/>
              <a:gd name="connsiteX6" fmla="*/ 853695 w 3918932"/>
              <a:gd name="connsiteY6" fmla="*/ 828713 h 1267382"/>
              <a:gd name="connsiteX7" fmla="*/ 907969 w 3918932"/>
              <a:gd name="connsiteY7" fmla="*/ 634376 h 1267382"/>
              <a:gd name="connsiteX8" fmla="*/ 917890 w 3918932"/>
              <a:gd name="connsiteY8" fmla="*/ 626789 h 1267382"/>
              <a:gd name="connsiteX9" fmla="*/ 3908622 w 3918932"/>
              <a:gd name="connsiteY9" fmla="*/ 626789 h 1267382"/>
              <a:gd name="connsiteX10" fmla="*/ 3918932 w 3918932"/>
              <a:gd name="connsiteY10" fmla="*/ 637099 h 1267382"/>
              <a:gd name="connsiteX11" fmla="*/ 3908622 w 3918932"/>
              <a:gd name="connsiteY11" fmla="*/ 647409 h 1267382"/>
              <a:gd name="connsiteX12" fmla="*/ 926255 w 3918932"/>
              <a:gd name="connsiteY12" fmla="*/ 647409 h 1267382"/>
              <a:gd name="connsiteX13" fmla="*/ 859531 w 3918932"/>
              <a:gd name="connsiteY13" fmla="*/ 886100 h 1267382"/>
              <a:gd name="connsiteX14" fmla="*/ 848637 w 3918932"/>
              <a:gd name="connsiteY14" fmla="*/ 893686 h 1267382"/>
              <a:gd name="connsiteX15" fmla="*/ 839105 w 3918932"/>
              <a:gd name="connsiteY15" fmla="*/ 884349 h 1267382"/>
              <a:gd name="connsiteX16" fmla="*/ 803506 w 3918932"/>
              <a:gd name="connsiteY16" fmla="*/ 553061 h 1267382"/>
              <a:gd name="connsiteX17" fmla="*/ 704878 w 3918932"/>
              <a:gd name="connsiteY17" fmla="*/ 1258044 h 1267382"/>
              <a:gd name="connsiteX18" fmla="*/ 694568 w 3918932"/>
              <a:gd name="connsiteY18" fmla="*/ 1267382 h 1267382"/>
              <a:gd name="connsiteX19" fmla="*/ 694179 w 3918932"/>
              <a:gd name="connsiteY19" fmla="*/ 1267382 h 1267382"/>
              <a:gd name="connsiteX20" fmla="*/ 684063 w 3918932"/>
              <a:gd name="connsiteY20" fmla="*/ 1257850 h 1267382"/>
              <a:gd name="connsiteX21" fmla="*/ 588743 w 3918932"/>
              <a:gd name="connsiteY21" fmla="*/ 90465 h 1267382"/>
              <a:gd name="connsiteX22" fmla="*/ 439537 w 3918932"/>
              <a:gd name="connsiteY22" fmla="*/ 918587 h 1267382"/>
              <a:gd name="connsiteX23" fmla="*/ 429227 w 3918932"/>
              <a:gd name="connsiteY23" fmla="*/ 927146 h 1267382"/>
              <a:gd name="connsiteX24" fmla="*/ 418916 w 3918932"/>
              <a:gd name="connsiteY24" fmla="*/ 918587 h 1267382"/>
              <a:gd name="connsiteX25" fmla="*/ 350830 w 3918932"/>
              <a:gd name="connsiteY25" fmla="*/ 543918 h 1267382"/>
              <a:gd name="connsiteX26" fmla="*/ 304921 w 3918932"/>
              <a:gd name="connsiteY26" fmla="*/ 641573 h 1267382"/>
              <a:gd name="connsiteX27" fmla="*/ 295583 w 3918932"/>
              <a:gd name="connsiteY27" fmla="*/ 647604 h 1267382"/>
              <a:gd name="connsiteX28" fmla="*/ 0 w 3918932"/>
              <a:gd name="connsiteY28" fmla="*/ 647604 h 1267382"/>
              <a:gd name="connsiteX29" fmla="*/ 0 w 3918932"/>
              <a:gd name="connsiteY29" fmla="*/ 626789 h 1267382"/>
              <a:gd name="connsiteX30" fmla="*/ 288775 w 3918932"/>
              <a:gd name="connsiteY30" fmla="*/ 626789 h 1267382"/>
              <a:gd name="connsiteX31" fmla="*/ 345967 w 3918932"/>
              <a:gd name="connsiteY31" fmla="*/ 505790 h 1267382"/>
              <a:gd name="connsiteX32" fmla="*/ 356666 w 3918932"/>
              <a:gd name="connsiteY32" fmla="*/ 499954 h 1267382"/>
              <a:gd name="connsiteX33" fmla="*/ 365615 w 3918932"/>
              <a:gd name="connsiteY33" fmla="*/ 508319 h 1267382"/>
              <a:gd name="connsiteX34" fmla="*/ 429227 w 3918932"/>
              <a:gd name="connsiteY34" fmla="*/ 858476 h 1267382"/>
              <a:gd name="connsiteX35" fmla="*/ 582323 w 3918932"/>
              <a:gd name="connsiteY35" fmla="*/ 8567 h 1267382"/>
              <a:gd name="connsiteX36" fmla="*/ 593022 w 3918932"/>
              <a:gd name="connsiteY36" fmla="*/ 8 h 126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918932" h="1267382">
                <a:moveTo>
                  <a:pt x="593022" y="8"/>
                </a:moveTo>
                <a:cubicBezTo>
                  <a:pt x="598275" y="202"/>
                  <a:pt x="602360" y="4288"/>
                  <a:pt x="602943" y="9540"/>
                </a:cubicBezTo>
                <a:lnTo>
                  <a:pt x="697097" y="1162529"/>
                </a:lnTo>
                <a:lnTo>
                  <a:pt x="794363" y="467273"/>
                </a:lnTo>
                <a:cubicBezTo>
                  <a:pt x="795141" y="462021"/>
                  <a:pt x="799421" y="458130"/>
                  <a:pt x="804867" y="458324"/>
                </a:cubicBezTo>
                <a:cubicBezTo>
                  <a:pt x="810120" y="458324"/>
                  <a:pt x="814400" y="462410"/>
                  <a:pt x="814983" y="467662"/>
                </a:cubicBezTo>
                <a:lnTo>
                  <a:pt x="853695" y="828713"/>
                </a:lnTo>
                <a:lnTo>
                  <a:pt x="907969" y="634376"/>
                </a:lnTo>
                <a:cubicBezTo>
                  <a:pt x="909136" y="629901"/>
                  <a:pt x="913222" y="626789"/>
                  <a:pt x="917890" y="626789"/>
                </a:cubicBezTo>
                <a:lnTo>
                  <a:pt x="3908622" y="626789"/>
                </a:lnTo>
                <a:cubicBezTo>
                  <a:pt x="3914263" y="626789"/>
                  <a:pt x="3918932" y="631458"/>
                  <a:pt x="3918932" y="637099"/>
                </a:cubicBezTo>
                <a:cubicBezTo>
                  <a:pt x="3918932" y="642741"/>
                  <a:pt x="3914263" y="647409"/>
                  <a:pt x="3908622" y="647409"/>
                </a:cubicBezTo>
                <a:lnTo>
                  <a:pt x="926255" y="647409"/>
                </a:lnTo>
                <a:lnTo>
                  <a:pt x="859531" y="886100"/>
                </a:lnTo>
                <a:cubicBezTo>
                  <a:pt x="858169" y="890963"/>
                  <a:pt x="853695" y="894075"/>
                  <a:pt x="848637" y="893686"/>
                </a:cubicBezTo>
                <a:cubicBezTo>
                  <a:pt x="843579" y="893297"/>
                  <a:pt x="839689" y="889407"/>
                  <a:pt x="839105" y="884349"/>
                </a:cubicBezTo>
                <a:lnTo>
                  <a:pt x="803506" y="553061"/>
                </a:lnTo>
                <a:lnTo>
                  <a:pt x="704878" y="1258044"/>
                </a:lnTo>
                <a:cubicBezTo>
                  <a:pt x="704100" y="1263491"/>
                  <a:pt x="699820" y="1267382"/>
                  <a:pt x="694568" y="1267382"/>
                </a:cubicBezTo>
                <a:cubicBezTo>
                  <a:pt x="694373" y="1267382"/>
                  <a:pt x="694373" y="1267382"/>
                  <a:pt x="694179" y="1267382"/>
                </a:cubicBezTo>
                <a:cubicBezTo>
                  <a:pt x="688926" y="1267187"/>
                  <a:pt x="684647" y="1263102"/>
                  <a:pt x="684063" y="1257850"/>
                </a:cubicBezTo>
                <a:lnTo>
                  <a:pt x="588743" y="90465"/>
                </a:lnTo>
                <a:lnTo>
                  <a:pt x="439537" y="918587"/>
                </a:lnTo>
                <a:cubicBezTo>
                  <a:pt x="438564" y="923450"/>
                  <a:pt x="434284" y="927146"/>
                  <a:pt x="429227" y="927146"/>
                </a:cubicBezTo>
                <a:cubicBezTo>
                  <a:pt x="424169" y="927146"/>
                  <a:pt x="419889" y="923644"/>
                  <a:pt x="418916" y="918587"/>
                </a:cubicBezTo>
                <a:lnTo>
                  <a:pt x="350830" y="543918"/>
                </a:lnTo>
                <a:lnTo>
                  <a:pt x="304921" y="641573"/>
                </a:lnTo>
                <a:cubicBezTo>
                  <a:pt x="303170" y="645269"/>
                  <a:pt x="299474" y="647604"/>
                  <a:pt x="295583" y="647604"/>
                </a:cubicBezTo>
                <a:lnTo>
                  <a:pt x="0" y="647604"/>
                </a:lnTo>
                <a:lnTo>
                  <a:pt x="0" y="626789"/>
                </a:lnTo>
                <a:lnTo>
                  <a:pt x="288775" y="626789"/>
                </a:lnTo>
                <a:lnTo>
                  <a:pt x="345967" y="505790"/>
                </a:lnTo>
                <a:cubicBezTo>
                  <a:pt x="347912" y="501705"/>
                  <a:pt x="352192" y="499371"/>
                  <a:pt x="356666" y="499954"/>
                </a:cubicBezTo>
                <a:cubicBezTo>
                  <a:pt x="361140" y="500538"/>
                  <a:pt x="364642" y="504039"/>
                  <a:pt x="365615" y="508319"/>
                </a:cubicBezTo>
                <a:lnTo>
                  <a:pt x="429227" y="858476"/>
                </a:lnTo>
                <a:lnTo>
                  <a:pt x="582323" y="8567"/>
                </a:lnTo>
                <a:cubicBezTo>
                  <a:pt x="583296" y="3509"/>
                  <a:pt x="587965" y="-187"/>
                  <a:pt x="593022" y="8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868432" y="384568"/>
            <a:ext cx="1786579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208791"/>
                </a:solidFill>
                <a:latin typeface="DM Sans" pitchFamily="2" charset="0"/>
              </a:rPr>
              <a:t>CONTENTS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94996A-CB06-42CB-B3E0-AE46BC0B778D}"/>
              </a:ext>
            </a:extLst>
          </p:cNvPr>
          <p:cNvSpPr/>
          <p:nvPr/>
        </p:nvSpPr>
        <p:spPr>
          <a:xfrm>
            <a:off x="7641374" y="266250"/>
            <a:ext cx="4550626" cy="4550626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1F75FA-B67E-4F90-BAE0-2FE63D3799C8}"/>
              </a:ext>
            </a:extLst>
          </p:cNvPr>
          <p:cNvSpPr txBox="1"/>
          <p:nvPr/>
        </p:nvSpPr>
        <p:spPr>
          <a:xfrm>
            <a:off x="6145692" y="1835467"/>
            <a:ext cx="56297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C9EEF0"/>
                </a:solidFill>
                <a:latin typeface="DM Sans" pitchFamily="2" charset="0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E02812-2218-4CA2-AC18-29843202742C}"/>
              </a:ext>
            </a:extLst>
          </p:cNvPr>
          <p:cNvSpPr txBox="1"/>
          <p:nvPr/>
        </p:nvSpPr>
        <p:spPr>
          <a:xfrm>
            <a:off x="6107221" y="2452576"/>
            <a:ext cx="644728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C9EEF0"/>
                </a:solidFill>
                <a:latin typeface="DM Sans" pitchFamily="2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CCACB1-FF84-461B-B764-CBEDDF453C53}"/>
              </a:ext>
            </a:extLst>
          </p:cNvPr>
          <p:cNvSpPr txBox="1"/>
          <p:nvPr/>
        </p:nvSpPr>
        <p:spPr>
          <a:xfrm>
            <a:off x="6096000" y="3101842"/>
            <a:ext cx="654346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C9EEF0"/>
                </a:solidFill>
                <a:latin typeface="DM Sans" pitchFamily="2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3BCA9B-1D77-4119-9C73-C45356FF39D5}"/>
              </a:ext>
            </a:extLst>
          </p:cNvPr>
          <p:cNvSpPr txBox="1"/>
          <p:nvPr/>
        </p:nvSpPr>
        <p:spPr>
          <a:xfrm>
            <a:off x="6096000" y="3739065"/>
            <a:ext cx="670376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C9EEF0"/>
                </a:solidFill>
                <a:latin typeface="DM Sans" pitchFamily="2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A32076-A5D4-4D60-A4B4-11C0707DFA4F}"/>
              </a:ext>
            </a:extLst>
          </p:cNvPr>
          <p:cNvSpPr txBox="1"/>
          <p:nvPr/>
        </p:nvSpPr>
        <p:spPr>
          <a:xfrm>
            <a:off x="6096000" y="4385986"/>
            <a:ext cx="662361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C9EEF0"/>
                </a:solidFill>
                <a:latin typeface="DM Sans" pitchFamily="2" charset="0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F959D0-9193-4D82-991C-73269DA958F5}"/>
              </a:ext>
            </a:extLst>
          </p:cNvPr>
          <p:cNvSpPr txBox="1"/>
          <p:nvPr/>
        </p:nvSpPr>
        <p:spPr>
          <a:xfrm>
            <a:off x="6096000" y="5035252"/>
            <a:ext cx="667170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C9EEF0"/>
                </a:solidFill>
                <a:latin typeface="DM Sans" pitchFamily="2" charset="0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564B11-1219-4338-AAFC-02C179649C6A}"/>
              </a:ext>
            </a:extLst>
          </p:cNvPr>
          <p:cNvSpPr txBox="1"/>
          <p:nvPr/>
        </p:nvSpPr>
        <p:spPr>
          <a:xfrm>
            <a:off x="6976164" y="1904340"/>
            <a:ext cx="2525050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C9EEF0"/>
                </a:solidFill>
                <a:latin typeface="DM Sans" pitchFamily="2" charset="0"/>
              </a:rPr>
              <a:t>What’s the problem?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89FDF0-075E-436B-8C8A-808F7C0C06F0}"/>
              </a:ext>
            </a:extLst>
          </p:cNvPr>
          <p:cNvSpPr txBox="1"/>
          <p:nvPr/>
        </p:nvSpPr>
        <p:spPr>
          <a:xfrm>
            <a:off x="6976164" y="2541563"/>
            <a:ext cx="2226892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C9EEF0"/>
                </a:solidFill>
                <a:latin typeface="DM Sans" pitchFamily="2" charset="0"/>
              </a:rPr>
              <a:t>Solution Proposed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6EC873-B118-45C4-91A1-304438C17B1D}"/>
              </a:ext>
            </a:extLst>
          </p:cNvPr>
          <p:cNvSpPr txBox="1"/>
          <p:nvPr/>
        </p:nvSpPr>
        <p:spPr>
          <a:xfrm>
            <a:off x="6976164" y="3178786"/>
            <a:ext cx="252344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C9EEF0"/>
                </a:solidFill>
                <a:latin typeface="DM Sans" pitchFamily="2" charset="0"/>
              </a:rPr>
              <a:t>System Architecture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8CB1AF-E695-49D6-A50A-5517C7A959B0}"/>
              </a:ext>
            </a:extLst>
          </p:cNvPr>
          <p:cNvSpPr txBox="1"/>
          <p:nvPr/>
        </p:nvSpPr>
        <p:spPr>
          <a:xfrm>
            <a:off x="6976164" y="3816009"/>
            <a:ext cx="1301959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C9EEF0"/>
                </a:solidFill>
                <a:latin typeface="DM Sans" pitchFamily="2" charset="0"/>
              </a:rPr>
              <a:t>Web Page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9F3002-36F9-40BD-95DC-2C48A0802688}"/>
              </a:ext>
            </a:extLst>
          </p:cNvPr>
          <p:cNvSpPr txBox="1"/>
          <p:nvPr/>
        </p:nvSpPr>
        <p:spPr>
          <a:xfrm>
            <a:off x="6976164" y="4462930"/>
            <a:ext cx="123623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C9EEF0"/>
                </a:solidFill>
                <a:latin typeface="DM Sans" pitchFamily="2" charset="0"/>
              </a:rPr>
              <a:t>Analytics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D1E974-869E-41ED-89E4-9FEBB01372BD}"/>
              </a:ext>
            </a:extLst>
          </p:cNvPr>
          <p:cNvSpPr txBox="1"/>
          <p:nvPr/>
        </p:nvSpPr>
        <p:spPr>
          <a:xfrm>
            <a:off x="6976164" y="5112196"/>
            <a:ext cx="2291012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b="1">
                <a:solidFill>
                  <a:srgbClr val="C9EEF0"/>
                </a:solidFill>
                <a:latin typeface="DM Sans" pitchFamily="2" charset="0"/>
              </a:rPr>
              <a:t>Used Technologies</a:t>
            </a:r>
          </a:p>
        </p:txBody>
      </p:sp>
      <p:pic>
        <p:nvPicPr>
          <p:cNvPr id="2" name="Immagine 1" descr="Immagine che contiene Elementi grafici, cuore, logo, Carattere&#10;&#10;Il contenuto generato dall'IA potrebbe non essere corretto.">
            <a:extLst>
              <a:ext uri="{FF2B5EF4-FFF2-40B4-BE49-F238E27FC236}">
                <a16:creationId xmlns:a16="http://schemas.microsoft.com/office/drawing/2014/main" id="{6E6761CB-CFD9-C54C-DD79-81DBB87B8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6" y="4758280"/>
            <a:ext cx="2099720" cy="209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28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5BD083CD-1BAD-4B13-857F-EDB10E0EA439}"/>
              </a:ext>
            </a:extLst>
          </p:cNvPr>
          <p:cNvSpPr/>
          <p:nvPr/>
        </p:nvSpPr>
        <p:spPr>
          <a:xfrm>
            <a:off x="-14051" y="0"/>
            <a:ext cx="5169220" cy="6858000"/>
          </a:xfrm>
          <a:custGeom>
            <a:avLst/>
            <a:gdLst>
              <a:gd name="connsiteX0" fmla="*/ 532487 w 5169220"/>
              <a:gd name="connsiteY0" fmla="*/ 0 h 6858000"/>
              <a:gd name="connsiteX1" fmla="*/ 3599331 w 5169220"/>
              <a:gd name="connsiteY1" fmla="*/ 0 h 6858000"/>
              <a:gd name="connsiteX2" fmla="*/ 3939341 w 5169220"/>
              <a:gd name="connsiteY2" fmla="*/ 274074 h 6858000"/>
              <a:gd name="connsiteX3" fmla="*/ 4892212 w 5169220"/>
              <a:gd name="connsiteY3" fmla="*/ 1235196 h 6858000"/>
              <a:gd name="connsiteX4" fmla="*/ 5012836 w 5169220"/>
              <a:gd name="connsiteY4" fmla="*/ 2589744 h 6858000"/>
              <a:gd name="connsiteX5" fmla="*/ 4647505 w 5169220"/>
              <a:gd name="connsiteY5" fmla="*/ 3118693 h 6858000"/>
              <a:gd name="connsiteX6" fmla="*/ 4398181 w 5169220"/>
              <a:gd name="connsiteY6" fmla="*/ 5179084 h 6858000"/>
              <a:gd name="connsiteX7" fmla="*/ 3867747 w 5169220"/>
              <a:gd name="connsiteY7" fmla="*/ 6853756 h 6858000"/>
              <a:gd name="connsiteX8" fmla="*/ 3862996 w 5169220"/>
              <a:gd name="connsiteY8" fmla="*/ 6858000 h 6858000"/>
              <a:gd name="connsiteX9" fmla="*/ 2109592 w 5169220"/>
              <a:gd name="connsiteY9" fmla="*/ 6858000 h 6858000"/>
              <a:gd name="connsiteX10" fmla="*/ 2100760 w 5169220"/>
              <a:gd name="connsiteY10" fmla="*/ 6848506 h 6858000"/>
              <a:gd name="connsiteX11" fmla="*/ 1848664 w 5169220"/>
              <a:gd name="connsiteY11" fmla="*/ 6456584 h 6858000"/>
              <a:gd name="connsiteX12" fmla="*/ 92109 w 5169220"/>
              <a:gd name="connsiteY12" fmla="*/ 4652556 h 6858000"/>
              <a:gd name="connsiteX13" fmla="*/ 0 w 5169220"/>
              <a:gd name="connsiteY13" fmla="*/ 4654409 h 6858000"/>
              <a:gd name="connsiteX14" fmla="*/ 0 w 5169220"/>
              <a:gd name="connsiteY14" fmla="*/ 847643 h 6858000"/>
              <a:gd name="connsiteX15" fmla="*/ 26308 w 5169220"/>
              <a:gd name="connsiteY15" fmla="*/ 827519 h 6858000"/>
              <a:gd name="connsiteX16" fmla="*/ 496850 w 5169220"/>
              <a:gd name="connsiteY16" fmla="*/ 695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69220" h="6858000">
                <a:moveTo>
                  <a:pt x="532487" y="0"/>
                </a:moveTo>
                <a:lnTo>
                  <a:pt x="3599331" y="0"/>
                </a:lnTo>
                <a:lnTo>
                  <a:pt x="3939341" y="274074"/>
                </a:lnTo>
                <a:cubicBezTo>
                  <a:pt x="4285509" y="566395"/>
                  <a:pt x="4609450" y="883448"/>
                  <a:pt x="4892212" y="1235196"/>
                </a:cubicBezTo>
                <a:cubicBezTo>
                  <a:pt x="5239363" y="1667185"/>
                  <a:pt x="5237343" y="2263372"/>
                  <a:pt x="5012836" y="2589744"/>
                </a:cubicBezTo>
                <a:cubicBezTo>
                  <a:pt x="4891348" y="2766349"/>
                  <a:pt x="4778229" y="2949014"/>
                  <a:pt x="4647505" y="3118693"/>
                </a:cubicBezTo>
                <a:cubicBezTo>
                  <a:pt x="4120865" y="3802604"/>
                  <a:pt x="4337293" y="4386381"/>
                  <a:pt x="4398181" y="5179084"/>
                </a:cubicBezTo>
                <a:cubicBezTo>
                  <a:pt x="4453154" y="5895135"/>
                  <a:pt x="4221346" y="6483845"/>
                  <a:pt x="3867747" y="6853756"/>
                </a:cubicBezTo>
                <a:lnTo>
                  <a:pt x="3862996" y="6858000"/>
                </a:lnTo>
                <a:lnTo>
                  <a:pt x="2109592" y="6858000"/>
                </a:lnTo>
                <a:lnTo>
                  <a:pt x="2100760" y="6848506"/>
                </a:lnTo>
                <a:cubicBezTo>
                  <a:pt x="2008872" y="6740114"/>
                  <a:pt x="1923981" y="6609950"/>
                  <a:pt x="1848664" y="6456584"/>
                </a:cubicBezTo>
                <a:cubicBezTo>
                  <a:pt x="1216875" y="5170643"/>
                  <a:pt x="1324145" y="4644071"/>
                  <a:pt x="92109" y="4652556"/>
                </a:cubicBezTo>
                <a:lnTo>
                  <a:pt x="0" y="4654409"/>
                </a:lnTo>
                <a:lnTo>
                  <a:pt x="0" y="847643"/>
                </a:lnTo>
                <a:lnTo>
                  <a:pt x="26308" y="827519"/>
                </a:lnTo>
                <a:cubicBezTo>
                  <a:pt x="245197" y="640039"/>
                  <a:pt x="351781" y="364905"/>
                  <a:pt x="496850" y="69502"/>
                </a:cubicBezTo>
                <a:close/>
              </a:path>
            </a:pathLst>
          </a:custGeom>
          <a:solidFill>
            <a:srgbClr val="208791"/>
          </a:solidFill>
          <a:ln w="21564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A05999-39E8-4732-B303-EBE7FF247DD7}"/>
              </a:ext>
            </a:extLst>
          </p:cNvPr>
          <p:cNvSpPr/>
          <p:nvPr/>
        </p:nvSpPr>
        <p:spPr>
          <a:xfrm flipH="1">
            <a:off x="8269564" y="266700"/>
            <a:ext cx="3918932" cy="1267382"/>
          </a:xfrm>
          <a:custGeom>
            <a:avLst/>
            <a:gdLst>
              <a:gd name="connsiteX0" fmla="*/ 593022 w 3918932"/>
              <a:gd name="connsiteY0" fmla="*/ 8 h 1267382"/>
              <a:gd name="connsiteX1" fmla="*/ 602943 w 3918932"/>
              <a:gd name="connsiteY1" fmla="*/ 9540 h 1267382"/>
              <a:gd name="connsiteX2" fmla="*/ 697097 w 3918932"/>
              <a:gd name="connsiteY2" fmla="*/ 1162529 h 1267382"/>
              <a:gd name="connsiteX3" fmla="*/ 794363 w 3918932"/>
              <a:gd name="connsiteY3" fmla="*/ 467273 h 1267382"/>
              <a:gd name="connsiteX4" fmla="*/ 804867 w 3918932"/>
              <a:gd name="connsiteY4" fmla="*/ 458324 h 1267382"/>
              <a:gd name="connsiteX5" fmla="*/ 814983 w 3918932"/>
              <a:gd name="connsiteY5" fmla="*/ 467662 h 1267382"/>
              <a:gd name="connsiteX6" fmla="*/ 853695 w 3918932"/>
              <a:gd name="connsiteY6" fmla="*/ 828713 h 1267382"/>
              <a:gd name="connsiteX7" fmla="*/ 907969 w 3918932"/>
              <a:gd name="connsiteY7" fmla="*/ 634376 h 1267382"/>
              <a:gd name="connsiteX8" fmla="*/ 917890 w 3918932"/>
              <a:gd name="connsiteY8" fmla="*/ 626789 h 1267382"/>
              <a:gd name="connsiteX9" fmla="*/ 3908622 w 3918932"/>
              <a:gd name="connsiteY9" fmla="*/ 626789 h 1267382"/>
              <a:gd name="connsiteX10" fmla="*/ 3918932 w 3918932"/>
              <a:gd name="connsiteY10" fmla="*/ 637099 h 1267382"/>
              <a:gd name="connsiteX11" fmla="*/ 3908622 w 3918932"/>
              <a:gd name="connsiteY11" fmla="*/ 647409 h 1267382"/>
              <a:gd name="connsiteX12" fmla="*/ 926255 w 3918932"/>
              <a:gd name="connsiteY12" fmla="*/ 647409 h 1267382"/>
              <a:gd name="connsiteX13" fmla="*/ 859531 w 3918932"/>
              <a:gd name="connsiteY13" fmla="*/ 886100 h 1267382"/>
              <a:gd name="connsiteX14" fmla="*/ 848637 w 3918932"/>
              <a:gd name="connsiteY14" fmla="*/ 893686 h 1267382"/>
              <a:gd name="connsiteX15" fmla="*/ 839105 w 3918932"/>
              <a:gd name="connsiteY15" fmla="*/ 884349 h 1267382"/>
              <a:gd name="connsiteX16" fmla="*/ 803506 w 3918932"/>
              <a:gd name="connsiteY16" fmla="*/ 553061 h 1267382"/>
              <a:gd name="connsiteX17" fmla="*/ 704878 w 3918932"/>
              <a:gd name="connsiteY17" fmla="*/ 1258044 h 1267382"/>
              <a:gd name="connsiteX18" fmla="*/ 694568 w 3918932"/>
              <a:gd name="connsiteY18" fmla="*/ 1267382 h 1267382"/>
              <a:gd name="connsiteX19" fmla="*/ 694179 w 3918932"/>
              <a:gd name="connsiteY19" fmla="*/ 1267382 h 1267382"/>
              <a:gd name="connsiteX20" fmla="*/ 684063 w 3918932"/>
              <a:gd name="connsiteY20" fmla="*/ 1257850 h 1267382"/>
              <a:gd name="connsiteX21" fmla="*/ 588743 w 3918932"/>
              <a:gd name="connsiteY21" fmla="*/ 90465 h 1267382"/>
              <a:gd name="connsiteX22" fmla="*/ 439537 w 3918932"/>
              <a:gd name="connsiteY22" fmla="*/ 918587 h 1267382"/>
              <a:gd name="connsiteX23" fmla="*/ 429227 w 3918932"/>
              <a:gd name="connsiteY23" fmla="*/ 927146 h 1267382"/>
              <a:gd name="connsiteX24" fmla="*/ 418916 w 3918932"/>
              <a:gd name="connsiteY24" fmla="*/ 918587 h 1267382"/>
              <a:gd name="connsiteX25" fmla="*/ 350830 w 3918932"/>
              <a:gd name="connsiteY25" fmla="*/ 543918 h 1267382"/>
              <a:gd name="connsiteX26" fmla="*/ 304921 w 3918932"/>
              <a:gd name="connsiteY26" fmla="*/ 641573 h 1267382"/>
              <a:gd name="connsiteX27" fmla="*/ 295583 w 3918932"/>
              <a:gd name="connsiteY27" fmla="*/ 647604 h 1267382"/>
              <a:gd name="connsiteX28" fmla="*/ 0 w 3918932"/>
              <a:gd name="connsiteY28" fmla="*/ 647604 h 1267382"/>
              <a:gd name="connsiteX29" fmla="*/ 0 w 3918932"/>
              <a:gd name="connsiteY29" fmla="*/ 626789 h 1267382"/>
              <a:gd name="connsiteX30" fmla="*/ 288775 w 3918932"/>
              <a:gd name="connsiteY30" fmla="*/ 626789 h 1267382"/>
              <a:gd name="connsiteX31" fmla="*/ 345967 w 3918932"/>
              <a:gd name="connsiteY31" fmla="*/ 505790 h 1267382"/>
              <a:gd name="connsiteX32" fmla="*/ 356666 w 3918932"/>
              <a:gd name="connsiteY32" fmla="*/ 499954 h 1267382"/>
              <a:gd name="connsiteX33" fmla="*/ 365615 w 3918932"/>
              <a:gd name="connsiteY33" fmla="*/ 508319 h 1267382"/>
              <a:gd name="connsiteX34" fmla="*/ 429227 w 3918932"/>
              <a:gd name="connsiteY34" fmla="*/ 858476 h 1267382"/>
              <a:gd name="connsiteX35" fmla="*/ 582323 w 3918932"/>
              <a:gd name="connsiteY35" fmla="*/ 8567 h 1267382"/>
              <a:gd name="connsiteX36" fmla="*/ 593022 w 3918932"/>
              <a:gd name="connsiteY36" fmla="*/ 8 h 126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918932" h="1267382">
                <a:moveTo>
                  <a:pt x="593022" y="8"/>
                </a:moveTo>
                <a:cubicBezTo>
                  <a:pt x="598275" y="202"/>
                  <a:pt x="602360" y="4288"/>
                  <a:pt x="602943" y="9540"/>
                </a:cubicBezTo>
                <a:lnTo>
                  <a:pt x="697097" y="1162529"/>
                </a:lnTo>
                <a:lnTo>
                  <a:pt x="794363" y="467273"/>
                </a:lnTo>
                <a:cubicBezTo>
                  <a:pt x="795141" y="462021"/>
                  <a:pt x="799421" y="458130"/>
                  <a:pt x="804867" y="458324"/>
                </a:cubicBezTo>
                <a:cubicBezTo>
                  <a:pt x="810120" y="458324"/>
                  <a:pt x="814400" y="462410"/>
                  <a:pt x="814983" y="467662"/>
                </a:cubicBezTo>
                <a:lnTo>
                  <a:pt x="853695" y="828713"/>
                </a:lnTo>
                <a:lnTo>
                  <a:pt x="907969" y="634376"/>
                </a:lnTo>
                <a:cubicBezTo>
                  <a:pt x="909136" y="629901"/>
                  <a:pt x="913222" y="626789"/>
                  <a:pt x="917890" y="626789"/>
                </a:cubicBezTo>
                <a:lnTo>
                  <a:pt x="3908622" y="626789"/>
                </a:lnTo>
                <a:cubicBezTo>
                  <a:pt x="3914263" y="626789"/>
                  <a:pt x="3918932" y="631458"/>
                  <a:pt x="3918932" y="637099"/>
                </a:cubicBezTo>
                <a:cubicBezTo>
                  <a:pt x="3918932" y="642741"/>
                  <a:pt x="3914263" y="647409"/>
                  <a:pt x="3908622" y="647409"/>
                </a:cubicBezTo>
                <a:lnTo>
                  <a:pt x="926255" y="647409"/>
                </a:lnTo>
                <a:lnTo>
                  <a:pt x="859531" y="886100"/>
                </a:lnTo>
                <a:cubicBezTo>
                  <a:pt x="858169" y="890963"/>
                  <a:pt x="853695" y="894075"/>
                  <a:pt x="848637" y="893686"/>
                </a:cubicBezTo>
                <a:cubicBezTo>
                  <a:pt x="843579" y="893297"/>
                  <a:pt x="839689" y="889407"/>
                  <a:pt x="839105" y="884349"/>
                </a:cubicBezTo>
                <a:lnTo>
                  <a:pt x="803506" y="553061"/>
                </a:lnTo>
                <a:lnTo>
                  <a:pt x="704878" y="1258044"/>
                </a:lnTo>
                <a:cubicBezTo>
                  <a:pt x="704100" y="1263491"/>
                  <a:pt x="699820" y="1267382"/>
                  <a:pt x="694568" y="1267382"/>
                </a:cubicBezTo>
                <a:cubicBezTo>
                  <a:pt x="694373" y="1267382"/>
                  <a:pt x="694373" y="1267382"/>
                  <a:pt x="694179" y="1267382"/>
                </a:cubicBezTo>
                <a:cubicBezTo>
                  <a:pt x="688926" y="1267187"/>
                  <a:pt x="684647" y="1263102"/>
                  <a:pt x="684063" y="1257850"/>
                </a:cubicBezTo>
                <a:lnTo>
                  <a:pt x="588743" y="90465"/>
                </a:lnTo>
                <a:lnTo>
                  <a:pt x="439537" y="918587"/>
                </a:lnTo>
                <a:cubicBezTo>
                  <a:pt x="438564" y="923450"/>
                  <a:pt x="434284" y="927146"/>
                  <a:pt x="429227" y="927146"/>
                </a:cubicBezTo>
                <a:cubicBezTo>
                  <a:pt x="424169" y="927146"/>
                  <a:pt x="419889" y="923644"/>
                  <a:pt x="418916" y="918587"/>
                </a:cubicBezTo>
                <a:lnTo>
                  <a:pt x="350830" y="543918"/>
                </a:lnTo>
                <a:lnTo>
                  <a:pt x="304921" y="641573"/>
                </a:lnTo>
                <a:cubicBezTo>
                  <a:pt x="303170" y="645269"/>
                  <a:pt x="299474" y="647604"/>
                  <a:pt x="295583" y="647604"/>
                </a:cubicBezTo>
                <a:lnTo>
                  <a:pt x="0" y="647604"/>
                </a:lnTo>
                <a:lnTo>
                  <a:pt x="0" y="626789"/>
                </a:lnTo>
                <a:lnTo>
                  <a:pt x="288775" y="626789"/>
                </a:lnTo>
                <a:lnTo>
                  <a:pt x="345967" y="505790"/>
                </a:lnTo>
                <a:cubicBezTo>
                  <a:pt x="347912" y="501705"/>
                  <a:pt x="352192" y="499371"/>
                  <a:pt x="356666" y="499954"/>
                </a:cubicBezTo>
                <a:cubicBezTo>
                  <a:pt x="361140" y="500538"/>
                  <a:pt x="364642" y="504039"/>
                  <a:pt x="365615" y="508319"/>
                </a:cubicBezTo>
                <a:lnTo>
                  <a:pt x="429227" y="858476"/>
                </a:lnTo>
                <a:lnTo>
                  <a:pt x="582323" y="8567"/>
                </a:lnTo>
                <a:cubicBezTo>
                  <a:pt x="583296" y="3509"/>
                  <a:pt x="587965" y="-187"/>
                  <a:pt x="593022" y="8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7553460" y="412235"/>
            <a:ext cx="3821880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208791"/>
                </a:solidFill>
                <a:latin typeface="DM Sans" pitchFamily="2" charset="0"/>
              </a:rPr>
              <a:t>What’s the problem?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94996A-CB06-42CB-B3E0-AE46BC0B778D}"/>
              </a:ext>
            </a:extLst>
          </p:cNvPr>
          <p:cNvSpPr/>
          <p:nvPr/>
        </p:nvSpPr>
        <p:spPr>
          <a:xfrm>
            <a:off x="0" y="535336"/>
            <a:ext cx="4550626" cy="4550626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B9C0975C-5751-4B1C-8B6B-C08BF2014604}"/>
              </a:ext>
            </a:extLst>
          </p:cNvPr>
          <p:cNvSpPr/>
          <p:nvPr/>
        </p:nvSpPr>
        <p:spPr>
          <a:xfrm rot="19710221">
            <a:off x="10023828" y="4608297"/>
            <a:ext cx="2830705" cy="2495387"/>
          </a:xfrm>
          <a:custGeom>
            <a:avLst/>
            <a:gdLst>
              <a:gd name="connsiteX0" fmla="*/ 2537557 w 2830705"/>
              <a:gd name="connsiteY0" fmla="*/ 185573 h 2495387"/>
              <a:gd name="connsiteX1" fmla="*/ 2742334 w 2830705"/>
              <a:gd name="connsiteY1" fmla="*/ 313715 h 2495387"/>
              <a:gd name="connsiteX2" fmla="*/ 2830705 w 2830705"/>
              <a:gd name="connsiteY2" fmla="*/ 378673 h 2495387"/>
              <a:gd name="connsiteX3" fmla="*/ 1533768 w 2830705"/>
              <a:gd name="connsiteY3" fmla="*/ 2495387 h 2495387"/>
              <a:gd name="connsiteX4" fmla="*/ 0 w 2830705"/>
              <a:gd name="connsiteY4" fmla="*/ 1555628 h 2495387"/>
              <a:gd name="connsiteX5" fmla="*/ 1875 w 2830705"/>
              <a:gd name="connsiteY5" fmla="*/ 1553390 h 2495387"/>
              <a:gd name="connsiteX6" fmla="*/ 51252 w 2830705"/>
              <a:gd name="connsiteY6" fmla="*/ 1491468 h 2495387"/>
              <a:gd name="connsiteX7" fmla="*/ 590478 w 2830705"/>
              <a:gd name="connsiteY7" fmla="*/ 1180225 h 2495387"/>
              <a:gd name="connsiteX8" fmla="*/ 1218553 w 2830705"/>
              <a:gd name="connsiteY8" fmla="*/ 399681 h 2495387"/>
              <a:gd name="connsiteX9" fmla="*/ 2537557 w 2830705"/>
              <a:gd name="connsiteY9" fmla="*/ 185573 h 249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30705" h="2495387">
                <a:moveTo>
                  <a:pt x="2537557" y="185573"/>
                </a:moveTo>
                <a:cubicBezTo>
                  <a:pt x="2606814" y="223578"/>
                  <a:pt x="2675314" y="266564"/>
                  <a:pt x="2742334" y="313715"/>
                </a:cubicBezTo>
                <a:lnTo>
                  <a:pt x="2830705" y="378673"/>
                </a:lnTo>
                <a:lnTo>
                  <a:pt x="1533768" y="2495387"/>
                </a:lnTo>
                <a:lnTo>
                  <a:pt x="0" y="1555628"/>
                </a:lnTo>
                <a:lnTo>
                  <a:pt x="1875" y="1553390"/>
                </a:lnTo>
                <a:cubicBezTo>
                  <a:pt x="17245" y="1534552"/>
                  <a:pt x="33658" y="1513974"/>
                  <a:pt x="51252" y="1491468"/>
                </a:cubicBezTo>
                <a:cubicBezTo>
                  <a:pt x="208586" y="1290340"/>
                  <a:pt x="364119" y="1242761"/>
                  <a:pt x="590478" y="1180225"/>
                </a:cubicBezTo>
                <a:cubicBezTo>
                  <a:pt x="977415" y="1073352"/>
                  <a:pt x="1010396" y="734354"/>
                  <a:pt x="1218553" y="399681"/>
                </a:cubicBezTo>
                <a:cubicBezTo>
                  <a:pt x="1530789" y="-102419"/>
                  <a:pt x="2052757" y="-80460"/>
                  <a:pt x="2537557" y="185573"/>
                </a:cubicBezTo>
                <a:close/>
              </a:path>
            </a:pathLst>
          </a:custGeom>
          <a:solidFill>
            <a:srgbClr val="208791"/>
          </a:solidFill>
          <a:ln w="16111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A292A385-1A30-419E-81C8-A04AE03FC321}"/>
              </a:ext>
            </a:extLst>
          </p:cNvPr>
          <p:cNvSpPr/>
          <p:nvPr/>
        </p:nvSpPr>
        <p:spPr>
          <a:xfrm>
            <a:off x="6465984" y="3171996"/>
            <a:ext cx="810569" cy="810569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C98097-AED1-4A6D-A139-A033DA2D66A8}"/>
              </a:ext>
            </a:extLst>
          </p:cNvPr>
          <p:cNvSpPr txBox="1"/>
          <p:nvPr/>
        </p:nvSpPr>
        <p:spPr>
          <a:xfrm>
            <a:off x="7486007" y="3419605"/>
            <a:ext cx="3292640" cy="314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IN" sz="1600" b="1" i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Slow and time-consuming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7A22E33-D6DD-4E81-A9EB-B67AF9D1E1F1}"/>
              </a:ext>
            </a:extLst>
          </p:cNvPr>
          <p:cNvSpPr txBox="1"/>
          <p:nvPr/>
        </p:nvSpPr>
        <p:spPr>
          <a:xfrm>
            <a:off x="7276553" y="1277767"/>
            <a:ext cx="3918932" cy="1404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IN" sz="160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In healthcare sector, especially in emergency departments, medical personnel are often forced to manually transcribe clinical notes under conditions of stress and urgency.</a:t>
            </a:r>
          </a:p>
          <a:p>
            <a:pPr>
              <a:lnSpc>
                <a:spcPts val="1700"/>
              </a:lnSpc>
            </a:pPr>
            <a:r>
              <a:rPr lang="en-IN" sz="1600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This process is clearly: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B7AE846C-2374-1047-D2C6-EB7C80BB1BC8}"/>
              </a:ext>
            </a:extLst>
          </p:cNvPr>
          <p:cNvGrpSpPr/>
          <p:nvPr/>
        </p:nvGrpSpPr>
        <p:grpSpPr>
          <a:xfrm>
            <a:off x="5654620" y="1196007"/>
            <a:ext cx="1500882" cy="1345235"/>
            <a:chOff x="6668637" y="1700559"/>
            <a:chExt cx="810569" cy="810569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AAAD121-3B0D-46E4-B963-D538CE897266}"/>
                </a:ext>
              </a:extLst>
            </p:cNvPr>
            <p:cNvSpPr/>
            <p:nvPr/>
          </p:nvSpPr>
          <p:spPr>
            <a:xfrm>
              <a:off x="6668637" y="1700559"/>
              <a:ext cx="810569" cy="810569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99" name="Graphic 198">
              <a:extLst>
                <a:ext uri="{FF2B5EF4-FFF2-40B4-BE49-F238E27FC236}">
                  <a16:creationId xmlns:a16="http://schemas.microsoft.com/office/drawing/2014/main" id="{F82970CC-C4B3-4893-9F1E-C9E4B15DB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95171" y="1941094"/>
              <a:ext cx="357501" cy="329498"/>
            </a:xfrm>
            <a:prstGeom prst="rect">
              <a:avLst/>
            </a:prstGeom>
          </p:spPr>
        </p:pic>
      </p:grpSp>
      <p:pic>
        <p:nvPicPr>
          <p:cNvPr id="23" name="Elemento grafico 22" descr="Clessidra 30% con riempimento a tinta unita">
            <a:extLst>
              <a:ext uri="{FF2B5EF4-FFF2-40B4-BE49-F238E27FC236}">
                <a16:creationId xmlns:a16="http://schemas.microsoft.com/office/drawing/2014/main" id="{59462020-6DE8-FA2A-A2EE-88ECC25659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7304" y="3263316"/>
            <a:ext cx="627927" cy="627927"/>
          </a:xfrm>
          <a:prstGeom prst="rect">
            <a:avLst/>
          </a:prstGeom>
        </p:spPr>
      </p:pic>
      <p:grpSp>
        <p:nvGrpSpPr>
          <p:cNvPr id="70" name="Gruppo 69">
            <a:extLst>
              <a:ext uri="{FF2B5EF4-FFF2-40B4-BE49-F238E27FC236}">
                <a16:creationId xmlns:a16="http://schemas.microsoft.com/office/drawing/2014/main" id="{89E3E388-A034-89A4-FAC7-45EC5487EB5C}"/>
              </a:ext>
            </a:extLst>
          </p:cNvPr>
          <p:cNvGrpSpPr/>
          <p:nvPr/>
        </p:nvGrpSpPr>
        <p:grpSpPr>
          <a:xfrm>
            <a:off x="6465984" y="4613318"/>
            <a:ext cx="810569" cy="810569"/>
            <a:chOff x="6668637" y="4346873"/>
            <a:chExt cx="810569" cy="810569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A1E03BE-1124-42B2-8282-D7C9A1980FD3}"/>
                </a:ext>
              </a:extLst>
            </p:cNvPr>
            <p:cNvSpPr/>
            <p:nvPr/>
          </p:nvSpPr>
          <p:spPr>
            <a:xfrm>
              <a:off x="6668637" y="4346873"/>
              <a:ext cx="810569" cy="810569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6" name="Elemento grafico 65" descr="Server con riempimento a tinta unita">
              <a:extLst>
                <a:ext uri="{FF2B5EF4-FFF2-40B4-BE49-F238E27FC236}">
                  <a16:creationId xmlns:a16="http://schemas.microsoft.com/office/drawing/2014/main" id="{423C033C-A9A2-E138-1FE5-3CF0E7E37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6767106" y="4465184"/>
              <a:ext cx="620778" cy="620778"/>
            </a:xfrm>
            <a:prstGeom prst="rect">
              <a:avLst/>
            </a:prstGeom>
          </p:spPr>
        </p:pic>
      </p:grp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E43F6C9A-7B9C-0766-FC71-65CC4817E2BA}"/>
              </a:ext>
            </a:extLst>
          </p:cNvPr>
          <p:cNvSpPr txBox="1"/>
          <p:nvPr/>
        </p:nvSpPr>
        <p:spPr>
          <a:xfrm>
            <a:off x="7459112" y="4601727"/>
            <a:ext cx="2586942" cy="968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IN" sz="1600" b="1" i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Not optimized for integration with modern healthcare information systems</a:t>
            </a:r>
          </a:p>
        </p:txBody>
      </p:sp>
    </p:spTree>
    <p:extLst>
      <p:ext uri="{BB962C8B-B14F-4D97-AF65-F5344CB8AC3E}">
        <p14:creationId xmlns:p14="http://schemas.microsoft.com/office/powerpoint/2010/main" val="171707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D2BD245-8649-4E8B-8390-EA55CED76B99}"/>
              </a:ext>
            </a:extLst>
          </p:cNvPr>
          <p:cNvSpPr/>
          <p:nvPr/>
        </p:nvSpPr>
        <p:spPr>
          <a:xfrm>
            <a:off x="6156413" y="1472422"/>
            <a:ext cx="6917030" cy="5835608"/>
          </a:xfrm>
          <a:custGeom>
            <a:avLst/>
            <a:gdLst>
              <a:gd name="connsiteX0" fmla="*/ 4354722 w 6917030"/>
              <a:gd name="connsiteY0" fmla="*/ 96 h 5835608"/>
              <a:gd name="connsiteX1" fmla="*/ 5682325 w 6917030"/>
              <a:gd name="connsiteY1" fmla="*/ 502317 h 5835608"/>
              <a:gd name="connsiteX2" fmla="*/ 6859530 w 6917030"/>
              <a:gd name="connsiteY2" fmla="*/ 1445135 h 5835608"/>
              <a:gd name="connsiteX3" fmla="*/ 6917030 w 6917030"/>
              <a:gd name="connsiteY3" fmla="*/ 1501516 h 5835608"/>
              <a:gd name="connsiteX4" fmla="*/ 6917030 w 6917030"/>
              <a:gd name="connsiteY4" fmla="*/ 4658397 h 5835608"/>
              <a:gd name="connsiteX5" fmla="*/ 6889856 w 6917030"/>
              <a:gd name="connsiteY5" fmla="*/ 4854835 h 5835608"/>
              <a:gd name="connsiteX6" fmla="*/ 6898885 w 6917030"/>
              <a:gd name="connsiteY6" fmla="*/ 5293245 h 5835608"/>
              <a:gd name="connsiteX7" fmla="*/ 6917030 w 6917030"/>
              <a:gd name="connsiteY7" fmla="*/ 5462515 h 5835608"/>
              <a:gd name="connsiteX8" fmla="*/ 6917030 w 6917030"/>
              <a:gd name="connsiteY8" fmla="*/ 5568908 h 5835608"/>
              <a:gd name="connsiteX9" fmla="*/ 6917030 w 6917030"/>
              <a:gd name="connsiteY9" fmla="*/ 5835608 h 5835608"/>
              <a:gd name="connsiteX10" fmla="*/ 3692179 w 6917030"/>
              <a:gd name="connsiteY10" fmla="*/ 5835608 h 5835608"/>
              <a:gd name="connsiteX11" fmla="*/ 3670910 w 6917030"/>
              <a:gd name="connsiteY11" fmla="*/ 5810833 h 5835608"/>
              <a:gd name="connsiteX12" fmla="*/ 2550761 w 6917030"/>
              <a:gd name="connsiteY12" fmla="*/ 5525167 h 5835608"/>
              <a:gd name="connsiteX13" fmla="*/ 876766 w 6917030"/>
              <a:gd name="connsiteY13" fmla="*/ 5322591 h 5835608"/>
              <a:gd name="connsiteX14" fmla="*/ 567709 w 6917030"/>
              <a:gd name="connsiteY14" fmla="*/ 2970744 h 5835608"/>
              <a:gd name="connsiteX15" fmla="*/ 1373396 w 6917030"/>
              <a:gd name="connsiteY15" fmla="*/ 2388122 h 5835608"/>
              <a:gd name="connsiteX16" fmla="*/ 2236798 w 6917030"/>
              <a:gd name="connsiteY16" fmla="*/ 1889761 h 5835608"/>
              <a:gd name="connsiteX17" fmla="*/ 3242464 w 6917030"/>
              <a:gd name="connsiteY17" fmla="*/ 639965 h 5835608"/>
              <a:gd name="connsiteX18" fmla="*/ 4354722 w 6917030"/>
              <a:gd name="connsiteY18" fmla="*/ 96 h 583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917030" h="5835608">
                <a:moveTo>
                  <a:pt x="4354722" y="96"/>
                </a:moveTo>
                <a:cubicBezTo>
                  <a:pt x="4785954" y="5038"/>
                  <a:pt x="5253077" y="200328"/>
                  <a:pt x="5682325" y="502317"/>
                </a:cubicBezTo>
                <a:cubicBezTo>
                  <a:pt x="6092635" y="791067"/>
                  <a:pt x="6493702" y="1100784"/>
                  <a:pt x="6859530" y="1445135"/>
                </a:cubicBezTo>
                <a:lnTo>
                  <a:pt x="6917030" y="1501516"/>
                </a:lnTo>
                <a:lnTo>
                  <a:pt x="6917030" y="4658397"/>
                </a:lnTo>
                <a:lnTo>
                  <a:pt x="6889856" y="4854835"/>
                </a:lnTo>
                <a:cubicBezTo>
                  <a:pt x="6879256" y="4998215"/>
                  <a:pt x="6885401" y="5143273"/>
                  <a:pt x="6898885" y="5293245"/>
                </a:cubicBezTo>
                <a:lnTo>
                  <a:pt x="6917030" y="5462515"/>
                </a:lnTo>
                <a:lnTo>
                  <a:pt x="6917030" y="5568908"/>
                </a:lnTo>
                <a:lnTo>
                  <a:pt x="6917030" y="5835608"/>
                </a:lnTo>
                <a:lnTo>
                  <a:pt x="3692179" y="5835608"/>
                </a:lnTo>
                <a:lnTo>
                  <a:pt x="3670910" y="5810833"/>
                </a:lnTo>
                <a:cubicBezTo>
                  <a:pt x="3456735" y="5594186"/>
                  <a:pt x="3147163" y="5505851"/>
                  <a:pt x="2550761" y="5525167"/>
                </a:cubicBezTo>
                <a:cubicBezTo>
                  <a:pt x="2173601" y="5537287"/>
                  <a:pt x="1506139" y="5682149"/>
                  <a:pt x="876766" y="5322591"/>
                </a:cubicBezTo>
                <a:cubicBezTo>
                  <a:pt x="-67723" y="4782676"/>
                  <a:pt x="-365528" y="3497963"/>
                  <a:pt x="567709" y="2970744"/>
                </a:cubicBezTo>
                <a:cubicBezTo>
                  <a:pt x="956123" y="2751431"/>
                  <a:pt x="922650" y="2964685"/>
                  <a:pt x="1373396" y="2388122"/>
                </a:cubicBezTo>
                <a:cubicBezTo>
                  <a:pt x="1625318" y="2066078"/>
                  <a:pt x="1874354" y="1989895"/>
                  <a:pt x="2236798" y="1889761"/>
                </a:cubicBezTo>
                <a:cubicBezTo>
                  <a:pt x="2856357" y="1718640"/>
                  <a:pt x="2909166" y="1175839"/>
                  <a:pt x="3242464" y="639965"/>
                </a:cubicBezTo>
                <a:cubicBezTo>
                  <a:pt x="3528149" y="180561"/>
                  <a:pt x="3923490" y="-4846"/>
                  <a:pt x="4354722" y="96"/>
                </a:cubicBezTo>
                <a:close/>
              </a:path>
            </a:pathLst>
          </a:custGeom>
          <a:solidFill>
            <a:srgbClr val="208791"/>
          </a:solidFill>
          <a:ln w="21564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A05999-39E8-4732-B303-EBE7FF247DD7}"/>
              </a:ext>
            </a:extLst>
          </p:cNvPr>
          <p:cNvSpPr/>
          <p:nvPr/>
        </p:nvSpPr>
        <p:spPr>
          <a:xfrm flipH="1">
            <a:off x="8269564" y="266700"/>
            <a:ext cx="3918932" cy="1267382"/>
          </a:xfrm>
          <a:custGeom>
            <a:avLst/>
            <a:gdLst>
              <a:gd name="connsiteX0" fmla="*/ 593022 w 3918932"/>
              <a:gd name="connsiteY0" fmla="*/ 8 h 1267382"/>
              <a:gd name="connsiteX1" fmla="*/ 602943 w 3918932"/>
              <a:gd name="connsiteY1" fmla="*/ 9540 h 1267382"/>
              <a:gd name="connsiteX2" fmla="*/ 697097 w 3918932"/>
              <a:gd name="connsiteY2" fmla="*/ 1162529 h 1267382"/>
              <a:gd name="connsiteX3" fmla="*/ 794363 w 3918932"/>
              <a:gd name="connsiteY3" fmla="*/ 467273 h 1267382"/>
              <a:gd name="connsiteX4" fmla="*/ 804867 w 3918932"/>
              <a:gd name="connsiteY4" fmla="*/ 458324 h 1267382"/>
              <a:gd name="connsiteX5" fmla="*/ 814983 w 3918932"/>
              <a:gd name="connsiteY5" fmla="*/ 467662 h 1267382"/>
              <a:gd name="connsiteX6" fmla="*/ 853695 w 3918932"/>
              <a:gd name="connsiteY6" fmla="*/ 828713 h 1267382"/>
              <a:gd name="connsiteX7" fmla="*/ 907969 w 3918932"/>
              <a:gd name="connsiteY7" fmla="*/ 634376 h 1267382"/>
              <a:gd name="connsiteX8" fmla="*/ 917890 w 3918932"/>
              <a:gd name="connsiteY8" fmla="*/ 626789 h 1267382"/>
              <a:gd name="connsiteX9" fmla="*/ 3908622 w 3918932"/>
              <a:gd name="connsiteY9" fmla="*/ 626789 h 1267382"/>
              <a:gd name="connsiteX10" fmla="*/ 3918932 w 3918932"/>
              <a:gd name="connsiteY10" fmla="*/ 637099 h 1267382"/>
              <a:gd name="connsiteX11" fmla="*/ 3908622 w 3918932"/>
              <a:gd name="connsiteY11" fmla="*/ 647409 h 1267382"/>
              <a:gd name="connsiteX12" fmla="*/ 926255 w 3918932"/>
              <a:gd name="connsiteY12" fmla="*/ 647409 h 1267382"/>
              <a:gd name="connsiteX13" fmla="*/ 859531 w 3918932"/>
              <a:gd name="connsiteY13" fmla="*/ 886100 h 1267382"/>
              <a:gd name="connsiteX14" fmla="*/ 848637 w 3918932"/>
              <a:gd name="connsiteY14" fmla="*/ 893686 h 1267382"/>
              <a:gd name="connsiteX15" fmla="*/ 839105 w 3918932"/>
              <a:gd name="connsiteY15" fmla="*/ 884349 h 1267382"/>
              <a:gd name="connsiteX16" fmla="*/ 803506 w 3918932"/>
              <a:gd name="connsiteY16" fmla="*/ 553061 h 1267382"/>
              <a:gd name="connsiteX17" fmla="*/ 704878 w 3918932"/>
              <a:gd name="connsiteY17" fmla="*/ 1258044 h 1267382"/>
              <a:gd name="connsiteX18" fmla="*/ 694568 w 3918932"/>
              <a:gd name="connsiteY18" fmla="*/ 1267382 h 1267382"/>
              <a:gd name="connsiteX19" fmla="*/ 694179 w 3918932"/>
              <a:gd name="connsiteY19" fmla="*/ 1267382 h 1267382"/>
              <a:gd name="connsiteX20" fmla="*/ 684063 w 3918932"/>
              <a:gd name="connsiteY20" fmla="*/ 1257850 h 1267382"/>
              <a:gd name="connsiteX21" fmla="*/ 588743 w 3918932"/>
              <a:gd name="connsiteY21" fmla="*/ 90465 h 1267382"/>
              <a:gd name="connsiteX22" fmla="*/ 439537 w 3918932"/>
              <a:gd name="connsiteY22" fmla="*/ 918587 h 1267382"/>
              <a:gd name="connsiteX23" fmla="*/ 429227 w 3918932"/>
              <a:gd name="connsiteY23" fmla="*/ 927146 h 1267382"/>
              <a:gd name="connsiteX24" fmla="*/ 418916 w 3918932"/>
              <a:gd name="connsiteY24" fmla="*/ 918587 h 1267382"/>
              <a:gd name="connsiteX25" fmla="*/ 350830 w 3918932"/>
              <a:gd name="connsiteY25" fmla="*/ 543918 h 1267382"/>
              <a:gd name="connsiteX26" fmla="*/ 304921 w 3918932"/>
              <a:gd name="connsiteY26" fmla="*/ 641573 h 1267382"/>
              <a:gd name="connsiteX27" fmla="*/ 295583 w 3918932"/>
              <a:gd name="connsiteY27" fmla="*/ 647604 h 1267382"/>
              <a:gd name="connsiteX28" fmla="*/ 0 w 3918932"/>
              <a:gd name="connsiteY28" fmla="*/ 647604 h 1267382"/>
              <a:gd name="connsiteX29" fmla="*/ 0 w 3918932"/>
              <a:gd name="connsiteY29" fmla="*/ 626789 h 1267382"/>
              <a:gd name="connsiteX30" fmla="*/ 288775 w 3918932"/>
              <a:gd name="connsiteY30" fmla="*/ 626789 h 1267382"/>
              <a:gd name="connsiteX31" fmla="*/ 345967 w 3918932"/>
              <a:gd name="connsiteY31" fmla="*/ 505790 h 1267382"/>
              <a:gd name="connsiteX32" fmla="*/ 356666 w 3918932"/>
              <a:gd name="connsiteY32" fmla="*/ 499954 h 1267382"/>
              <a:gd name="connsiteX33" fmla="*/ 365615 w 3918932"/>
              <a:gd name="connsiteY33" fmla="*/ 508319 h 1267382"/>
              <a:gd name="connsiteX34" fmla="*/ 429227 w 3918932"/>
              <a:gd name="connsiteY34" fmla="*/ 858476 h 1267382"/>
              <a:gd name="connsiteX35" fmla="*/ 582323 w 3918932"/>
              <a:gd name="connsiteY35" fmla="*/ 8567 h 1267382"/>
              <a:gd name="connsiteX36" fmla="*/ 593022 w 3918932"/>
              <a:gd name="connsiteY36" fmla="*/ 8 h 126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918932" h="1267382">
                <a:moveTo>
                  <a:pt x="593022" y="8"/>
                </a:moveTo>
                <a:cubicBezTo>
                  <a:pt x="598275" y="202"/>
                  <a:pt x="602360" y="4288"/>
                  <a:pt x="602943" y="9540"/>
                </a:cubicBezTo>
                <a:lnTo>
                  <a:pt x="697097" y="1162529"/>
                </a:lnTo>
                <a:lnTo>
                  <a:pt x="794363" y="467273"/>
                </a:lnTo>
                <a:cubicBezTo>
                  <a:pt x="795141" y="462021"/>
                  <a:pt x="799421" y="458130"/>
                  <a:pt x="804867" y="458324"/>
                </a:cubicBezTo>
                <a:cubicBezTo>
                  <a:pt x="810120" y="458324"/>
                  <a:pt x="814400" y="462410"/>
                  <a:pt x="814983" y="467662"/>
                </a:cubicBezTo>
                <a:lnTo>
                  <a:pt x="853695" y="828713"/>
                </a:lnTo>
                <a:lnTo>
                  <a:pt x="907969" y="634376"/>
                </a:lnTo>
                <a:cubicBezTo>
                  <a:pt x="909136" y="629901"/>
                  <a:pt x="913222" y="626789"/>
                  <a:pt x="917890" y="626789"/>
                </a:cubicBezTo>
                <a:lnTo>
                  <a:pt x="3908622" y="626789"/>
                </a:lnTo>
                <a:cubicBezTo>
                  <a:pt x="3914263" y="626789"/>
                  <a:pt x="3918932" y="631458"/>
                  <a:pt x="3918932" y="637099"/>
                </a:cubicBezTo>
                <a:cubicBezTo>
                  <a:pt x="3918932" y="642741"/>
                  <a:pt x="3914263" y="647409"/>
                  <a:pt x="3908622" y="647409"/>
                </a:cubicBezTo>
                <a:lnTo>
                  <a:pt x="926255" y="647409"/>
                </a:lnTo>
                <a:lnTo>
                  <a:pt x="859531" y="886100"/>
                </a:lnTo>
                <a:cubicBezTo>
                  <a:pt x="858169" y="890963"/>
                  <a:pt x="853695" y="894075"/>
                  <a:pt x="848637" y="893686"/>
                </a:cubicBezTo>
                <a:cubicBezTo>
                  <a:pt x="843579" y="893297"/>
                  <a:pt x="839689" y="889407"/>
                  <a:pt x="839105" y="884349"/>
                </a:cubicBezTo>
                <a:lnTo>
                  <a:pt x="803506" y="553061"/>
                </a:lnTo>
                <a:lnTo>
                  <a:pt x="704878" y="1258044"/>
                </a:lnTo>
                <a:cubicBezTo>
                  <a:pt x="704100" y="1263491"/>
                  <a:pt x="699820" y="1267382"/>
                  <a:pt x="694568" y="1267382"/>
                </a:cubicBezTo>
                <a:cubicBezTo>
                  <a:pt x="694373" y="1267382"/>
                  <a:pt x="694373" y="1267382"/>
                  <a:pt x="694179" y="1267382"/>
                </a:cubicBezTo>
                <a:cubicBezTo>
                  <a:pt x="688926" y="1267187"/>
                  <a:pt x="684647" y="1263102"/>
                  <a:pt x="684063" y="1257850"/>
                </a:cubicBezTo>
                <a:lnTo>
                  <a:pt x="588743" y="90465"/>
                </a:lnTo>
                <a:lnTo>
                  <a:pt x="439537" y="918587"/>
                </a:lnTo>
                <a:cubicBezTo>
                  <a:pt x="438564" y="923450"/>
                  <a:pt x="434284" y="927146"/>
                  <a:pt x="429227" y="927146"/>
                </a:cubicBezTo>
                <a:cubicBezTo>
                  <a:pt x="424169" y="927146"/>
                  <a:pt x="419889" y="923644"/>
                  <a:pt x="418916" y="918587"/>
                </a:cubicBezTo>
                <a:lnTo>
                  <a:pt x="350830" y="543918"/>
                </a:lnTo>
                <a:lnTo>
                  <a:pt x="304921" y="641573"/>
                </a:lnTo>
                <a:cubicBezTo>
                  <a:pt x="303170" y="645269"/>
                  <a:pt x="299474" y="647604"/>
                  <a:pt x="295583" y="647604"/>
                </a:cubicBezTo>
                <a:lnTo>
                  <a:pt x="0" y="647604"/>
                </a:lnTo>
                <a:lnTo>
                  <a:pt x="0" y="626789"/>
                </a:lnTo>
                <a:lnTo>
                  <a:pt x="288775" y="626789"/>
                </a:lnTo>
                <a:lnTo>
                  <a:pt x="345967" y="505790"/>
                </a:lnTo>
                <a:cubicBezTo>
                  <a:pt x="347912" y="501705"/>
                  <a:pt x="352192" y="499371"/>
                  <a:pt x="356666" y="499954"/>
                </a:cubicBezTo>
                <a:cubicBezTo>
                  <a:pt x="361140" y="500538"/>
                  <a:pt x="364642" y="504039"/>
                  <a:pt x="365615" y="508319"/>
                </a:cubicBezTo>
                <a:lnTo>
                  <a:pt x="429227" y="858476"/>
                </a:lnTo>
                <a:lnTo>
                  <a:pt x="582323" y="8567"/>
                </a:lnTo>
                <a:cubicBezTo>
                  <a:pt x="583296" y="3509"/>
                  <a:pt x="587965" y="-187"/>
                  <a:pt x="593022" y="8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7932416" y="403371"/>
            <a:ext cx="336502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rgbClr val="208791"/>
                </a:solidFill>
                <a:latin typeface="DM Sans" pitchFamily="2" charset="0"/>
              </a:rPr>
              <a:t>Solution Proposed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5C0927E-2BB3-455A-97C7-7107E58F91CA}"/>
              </a:ext>
            </a:extLst>
          </p:cNvPr>
          <p:cNvSpPr/>
          <p:nvPr/>
        </p:nvSpPr>
        <p:spPr>
          <a:xfrm rot="19710221">
            <a:off x="-173942" y="-258822"/>
            <a:ext cx="1976192" cy="2778303"/>
          </a:xfrm>
          <a:custGeom>
            <a:avLst/>
            <a:gdLst>
              <a:gd name="connsiteX0" fmla="*/ 884421 w 1976192"/>
              <a:gd name="connsiteY0" fmla="*/ 0 h 2778303"/>
              <a:gd name="connsiteX1" fmla="*/ 1924725 w 1976192"/>
              <a:gd name="connsiteY1" fmla="*/ 637407 h 2778303"/>
              <a:gd name="connsiteX2" fmla="*/ 1923041 w 1976192"/>
              <a:gd name="connsiteY2" fmla="*/ 644669 h 2778303"/>
              <a:gd name="connsiteX3" fmla="*/ 1971162 w 1976192"/>
              <a:gd name="connsiteY3" fmla="*/ 1467143 h 2778303"/>
              <a:gd name="connsiteX4" fmla="*/ 378898 w 1976192"/>
              <a:gd name="connsiteY4" fmla="*/ 2264987 h 2778303"/>
              <a:gd name="connsiteX5" fmla="*/ 7171 w 1976192"/>
              <a:gd name="connsiteY5" fmla="*/ 1454169 h 2778303"/>
              <a:gd name="connsiteX6" fmla="*/ 0 w 1976192"/>
              <a:gd name="connsiteY6" fmla="*/ 1443452 h 277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6192" h="2778303">
                <a:moveTo>
                  <a:pt x="884421" y="0"/>
                </a:moveTo>
                <a:lnTo>
                  <a:pt x="1924725" y="637407"/>
                </a:lnTo>
                <a:lnTo>
                  <a:pt x="1923041" y="644669"/>
                </a:lnTo>
                <a:cubicBezTo>
                  <a:pt x="1885684" y="899274"/>
                  <a:pt x="1947396" y="1157724"/>
                  <a:pt x="1971162" y="1467143"/>
                </a:cubicBezTo>
                <a:cubicBezTo>
                  <a:pt x="2062716" y="2659675"/>
                  <a:pt x="880637" y="3286668"/>
                  <a:pt x="378898" y="2264987"/>
                </a:cubicBezTo>
                <a:cubicBezTo>
                  <a:pt x="200703" y="1902290"/>
                  <a:pt x="116646" y="1636319"/>
                  <a:pt x="7171" y="1454169"/>
                </a:cubicBezTo>
                <a:lnTo>
                  <a:pt x="0" y="1443452"/>
                </a:lnTo>
                <a:close/>
              </a:path>
            </a:pathLst>
          </a:custGeom>
          <a:solidFill>
            <a:srgbClr val="208791"/>
          </a:solidFill>
          <a:ln w="16111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7A22E33-D6DD-4E81-A9EB-B67AF9D1E1F1}"/>
              </a:ext>
            </a:extLst>
          </p:cNvPr>
          <p:cNvSpPr txBox="1"/>
          <p:nvPr/>
        </p:nvSpPr>
        <p:spPr>
          <a:xfrm>
            <a:off x="2183914" y="1799130"/>
            <a:ext cx="5370063" cy="1411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An integrated system that automates the clinical documentation process starting from vocal recordings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Thanks to speech recognition technologies, Large Language Models, and an interactive dashboard, the platform enables: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1CF03-D464-498D-BA4F-3424FDC9E572}"/>
              </a:ext>
            </a:extLst>
          </p:cNvPr>
          <p:cNvSpPr txBox="1"/>
          <p:nvPr/>
        </p:nvSpPr>
        <p:spPr>
          <a:xfrm>
            <a:off x="2183913" y="1270559"/>
            <a:ext cx="5538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tx1">
                    <a:lumMod val="75000"/>
                    <a:lumOff val="25000"/>
                  </a:schemeClr>
                </a:solidFill>
                <a:latin typeface="Rosario" pitchFamily="2" charset="0"/>
                <a:cs typeface="Rosario" pitchFamily="2" charset="0"/>
              </a:rPr>
              <a:t>Voice2Care</a:t>
            </a:r>
            <a:r>
              <a:rPr lang="en-IN" sz="2800" b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 – </a:t>
            </a:r>
            <a:r>
              <a:rPr lang="en-IN" sz="2800" b="1" i="1">
                <a:solidFill>
                  <a:schemeClr val="tx1">
                    <a:lumMod val="75000"/>
                    <a:lumOff val="25000"/>
                  </a:schemeClr>
                </a:solidFill>
                <a:latin typeface="DM Sans" pitchFamily="2" charset="0"/>
              </a:rPr>
              <a:t>A voice for health</a:t>
            </a:r>
            <a:endParaRPr lang="en-IN" sz="2800" b="1">
              <a:solidFill>
                <a:schemeClr val="tx1">
                  <a:lumMod val="75000"/>
                  <a:lumOff val="25000"/>
                </a:schemeClr>
              </a:solidFill>
              <a:latin typeface="DM Sans" pitchFamily="2" charset="0"/>
            </a:endParaRP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0B170332-7BA8-327F-8CAC-76CAEEE6BC13}"/>
              </a:ext>
            </a:extLst>
          </p:cNvPr>
          <p:cNvGrpSpPr/>
          <p:nvPr/>
        </p:nvGrpSpPr>
        <p:grpSpPr>
          <a:xfrm>
            <a:off x="448574" y="4026953"/>
            <a:ext cx="731158" cy="630202"/>
            <a:chOff x="448575" y="3881202"/>
            <a:chExt cx="731158" cy="630202"/>
          </a:xfrm>
        </p:grpSpPr>
        <p:sp>
          <p:nvSpPr>
            <p:cNvPr id="7" name="Oval 77">
              <a:extLst>
                <a:ext uri="{FF2B5EF4-FFF2-40B4-BE49-F238E27FC236}">
                  <a16:creationId xmlns:a16="http://schemas.microsoft.com/office/drawing/2014/main" id="{4915E0EB-D216-6D6A-6BBC-AC85F8DA47F7}"/>
                </a:ext>
              </a:extLst>
            </p:cNvPr>
            <p:cNvSpPr/>
            <p:nvPr/>
          </p:nvSpPr>
          <p:spPr>
            <a:xfrm>
              <a:off x="448575" y="3881202"/>
              <a:ext cx="731158" cy="630201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Elemento grafico 9" descr="Voce contorno">
              <a:extLst>
                <a:ext uri="{FF2B5EF4-FFF2-40B4-BE49-F238E27FC236}">
                  <a16:creationId xmlns:a16="http://schemas.microsoft.com/office/drawing/2014/main" id="{0B81FEC4-CC50-7EDE-40E6-E5925348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9053" y="3881202"/>
              <a:ext cx="630202" cy="630202"/>
            </a:xfrm>
            <a:prstGeom prst="rect">
              <a:avLst/>
            </a:prstGeom>
          </p:spPr>
        </p:pic>
      </p:grp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E9A0EE5-CBFD-358C-BF5A-0E47FACCC449}"/>
              </a:ext>
            </a:extLst>
          </p:cNvPr>
          <p:cNvSpPr txBox="1"/>
          <p:nvPr/>
        </p:nvSpPr>
        <p:spPr>
          <a:xfrm>
            <a:off x="1357210" y="4097839"/>
            <a:ext cx="3793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i="1">
                <a:latin typeface="DM Sans" pitchFamily="2" charset="0"/>
              </a:rPr>
              <a:t>The </a:t>
            </a:r>
            <a:r>
              <a:rPr lang="it-IT" sz="1600" b="1" i="1" err="1">
                <a:latin typeface="DM Sans" pitchFamily="2" charset="0"/>
              </a:rPr>
              <a:t>automatic</a:t>
            </a:r>
            <a:r>
              <a:rPr lang="it-IT" sz="1600" b="1" i="1">
                <a:latin typeface="DM Sans" pitchFamily="2" charset="0"/>
              </a:rPr>
              <a:t> </a:t>
            </a:r>
            <a:r>
              <a:rPr lang="it-IT" sz="1600" b="1" i="1" err="1">
                <a:latin typeface="DM Sans" pitchFamily="2" charset="0"/>
              </a:rPr>
              <a:t>transcription</a:t>
            </a:r>
            <a:r>
              <a:rPr lang="it-IT" sz="1600" b="1" i="1">
                <a:latin typeface="DM Sans" pitchFamily="2" charset="0"/>
              </a:rPr>
              <a:t> of voice notes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7B6741F0-2656-4604-29AF-9D6CF334D64D}"/>
              </a:ext>
            </a:extLst>
          </p:cNvPr>
          <p:cNvGrpSpPr/>
          <p:nvPr/>
        </p:nvGrpSpPr>
        <p:grpSpPr>
          <a:xfrm>
            <a:off x="448575" y="4931356"/>
            <a:ext cx="731158" cy="630201"/>
            <a:chOff x="448575" y="4835840"/>
            <a:chExt cx="731158" cy="630201"/>
          </a:xfrm>
        </p:grpSpPr>
        <p:sp>
          <p:nvSpPr>
            <p:cNvPr id="23" name="Oval 77">
              <a:extLst>
                <a:ext uri="{FF2B5EF4-FFF2-40B4-BE49-F238E27FC236}">
                  <a16:creationId xmlns:a16="http://schemas.microsoft.com/office/drawing/2014/main" id="{55FB3AAB-450D-4F2D-BED4-F782AB489B14}"/>
                </a:ext>
              </a:extLst>
            </p:cNvPr>
            <p:cNvSpPr/>
            <p:nvPr/>
          </p:nvSpPr>
          <p:spPr>
            <a:xfrm>
              <a:off x="448575" y="4835840"/>
              <a:ext cx="731158" cy="630201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10800000" scaled="1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0" name="Elemento grafico 19" descr="Documento con riempimento a tinta unita">
              <a:extLst>
                <a:ext uri="{FF2B5EF4-FFF2-40B4-BE49-F238E27FC236}">
                  <a16:creationId xmlns:a16="http://schemas.microsoft.com/office/drawing/2014/main" id="{59F60C0D-C6F8-FC91-9180-FEB946D43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0848" y="4887634"/>
              <a:ext cx="526611" cy="526611"/>
            </a:xfrm>
            <a:prstGeom prst="rect">
              <a:avLst/>
            </a:prstGeom>
          </p:spPr>
        </p:pic>
      </p:grp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72744F6-F447-0035-A116-AE242B384BA0}"/>
              </a:ext>
            </a:extLst>
          </p:cNvPr>
          <p:cNvSpPr txBox="1"/>
          <p:nvPr/>
        </p:nvSpPr>
        <p:spPr>
          <a:xfrm>
            <a:off x="1331972" y="4898510"/>
            <a:ext cx="4448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>
                <a:latin typeface="DM Sans" pitchFamily="2" charset="0"/>
              </a:rPr>
              <a:t>The extraction and structuring of relevant clinical information in order to generate a structured report in PDF format</a:t>
            </a:r>
          </a:p>
        </p:txBody>
      </p:sp>
      <p:sp>
        <p:nvSpPr>
          <p:cNvPr id="33" name="Oval 77">
            <a:extLst>
              <a:ext uri="{FF2B5EF4-FFF2-40B4-BE49-F238E27FC236}">
                <a16:creationId xmlns:a16="http://schemas.microsoft.com/office/drawing/2014/main" id="{8AB84B27-722E-059A-EA9D-DEB437D4707E}"/>
              </a:ext>
            </a:extLst>
          </p:cNvPr>
          <p:cNvSpPr/>
          <p:nvPr/>
        </p:nvSpPr>
        <p:spPr>
          <a:xfrm>
            <a:off x="448574" y="5922921"/>
            <a:ext cx="731158" cy="63020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108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6" name="Elemento grafico 35" descr="Database con riempimento a tinta unita">
            <a:extLst>
              <a:ext uri="{FF2B5EF4-FFF2-40B4-BE49-F238E27FC236}">
                <a16:creationId xmlns:a16="http://schemas.microsoft.com/office/drawing/2014/main" id="{9EBA7F92-43F0-3D48-99FC-0B23426DFF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204" y="5945863"/>
            <a:ext cx="584315" cy="584315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C7A9CC8-BB08-DBB1-F875-5C7D31A964A9}"/>
              </a:ext>
            </a:extLst>
          </p:cNvPr>
          <p:cNvSpPr txBox="1"/>
          <p:nvPr/>
        </p:nvSpPr>
        <p:spPr>
          <a:xfrm>
            <a:off x="1331972" y="5945403"/>
            <a:ext cx="4309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>
                <a:latin typeface="DM Sans" pitchFamily="2" charset="0"/>
              </a:rPr>
              <a:t>Fast and scalable storage through a NoSQL document-based database</a:t>
            </a:r>
          </a:p>
        </p:txBody>
      </p:sp>
      <p:sp>
        <p:nvSpPr>
          <p:cNvPr id="2" name="Freeform: Shape 10">
            <a:extLst>
              <a:ext uri="{FF2B5EF4-FFF2-40B4-BE49-F238E27FC236}">
                <a16:creationId xmlns:a16="http://schemas.microsoft.com/office/drawing/2014/main" id="{15B06E79-CDC4-C73B-13C3-96962E90D1CA}"/>
              </a:ext>
            </a:extLst>
          </p:cNvPr>
          <p:cNvSpPr/>
          <p:nvPr/>
        </p:nvSpPr>
        <p:spPr>
          <a:xfrm>
            <a:off x="7140364" y="1063261"/>
            <a:ext cx="4550626" cy="4550626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335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A05999-39E8-4732-B303-EBE7FF247DD7}"/>
              </a:ext>
            </a:extLst>
          </p:cNvPr>
          <p:cNvSpPr/>
          <p:nvPr/>
        </p:nvSpPr>
        <p:spPr>
          <a:xfrm flipH="1">
            <a:off x="8269564" y="266700"/>
            <a:ext cx="3918932" cy="1267382"/>
          </a:xfrm>
          <a:custGeom>
            <a:avLst/>
            <a:gdLst>
              <a:gd name="connsiteX0" fmla="*/ 593022 w 3918932"/>
              <a:gd name="connsiteY0" fmla="*/ 8 h 1267382"/>
              <a:gd name="connsiteX1" fmla="*/ 602943 w 3918932"/>
              <a:gd name="connsiteY1" fmla="*/ 9540 h 1267382"/>
              <a:gd name="connsiteX2" fmla="*/ 697097 w 3918932"/>
              <a:gd name="connsiteY2" fmla="*/ 1162529 h 1267382"/>
              <a:gd name="connsiteX3" fmla="*/ 794363 w 3918932"/>
              <a:gd name="connsiteY3" fmla="*/ 467273 h 1267382"/>
              <a:gd name="connsiteX4" fmla="*/ 804867 w 3918932"/>
              <a:gd name="connsiteY4" fmla="*/ 458324 h 1267382"/>
              <a:gd name="connsiteX5" fmla="*/ 814983 w 3918932"/>
              <a:gd name="connsiteY5" fmla="*/ 467662 h 1267382"/>
              <a:gd name="connsiteX6" fmla="*/ 853695 w 3918932"/>
              <a:gd name="connsiteY6" fmla="*/ 828713 h 1267382"/>
              <a:gd name="connsiteX7" fmla="*/ 907969 w 3918932"/>
              <a:gd name="connsiteY7" fmla="*/ 634376 h 1267382"/>
              <a:gd name="connsiteX8" fmla="*/ 917890 w 3918932"/>
              <a:gd name="connsiteY8" fmla="*/ 626789 h 1267382"/>
              <a:gd name="connsiteX9" fmla="*/ 3908622 w 3918932"/>
              <a:gd name="connsiteY9" fmla="*/ 626789 h 1267382"/>
              <a:gd name="connsiteX10" fmla="*/ 3918932 w 3918932"/>
              <a:gd name="connsiteY10" fmla="*/ 637099 h 1267382"/>
              <a:gd name="connsiteX11" fmla="*/ 3908622 w 3918932"/>
              <a:gd name="connsiteY11" fmla="*/ 647409 h 1267382"/>
              <a:gd name="connsiteX12" fmla="*/ 926255 w 3918932"/>
              <a:gd name="connsiteY12" fmla="*/ 647409 h 1267382"/>
              <a:gd name="connsiteX13" fmla="*/ 859531 w 3918932"/>
              <a:gd name="connsiteY13" fmla="*/ 886100 h 1267382"/>
              <a:gd name="connsiteX14" fmla="*/ 848637 w 3918932"/>
              <a:gd name="connsiteY14" fmla="*/ 893686 h 1267382"/>
              <a:gd name="connsiteX15" fmla="*/ 839105 w 3918932"/>
              <a:gd name="connsiteY15" fmla="*/ 884349 h 1267382"/>
              <a:gd name="connsiteX16" fmla="*/ 803506 w 3918932"/>
              <a:gd name="connsiteY16" fmla="*/ 553061 h 1267382"/>
              <a:gd name="connsiteX17" fmla="*/ 704878 w 3918932"/>
              <a:gd name="connsiteY17" fmla="*/ 1258044 h 1267382"/>
              <a:gd name="connsiteX18" fmla="*/ 694568 w 3918932"/>
              <a:gd name="connsiteY18" fmla="*/ 1267382 h 1267382"/>
              <a:gd name="connsiteX19" fmla="*/ 694179 w 3918932"/>
              <a:gd name="connsiteY19" fmla="*/ 1267382 h 1267382"/>
              <a:gd name="connsiteX20" fmla="*/ 684063 w 3918932"/>
              <a:gd name="connsiteY20" fmla="*/ 1257850 h 1267382"/>
              <a:gd name="connsiteX21" fmla="*/ 588743 w 3918932"/>
              <a:gd name="connsiteY21" fmla="*/ 90465 h 1267382"/>
              <a:gd name="connsiteX22" fmla="*/ 439537 w 3918932"/>
              <a:gd name="connsiteY22" fmla="*/ 918587 h 1267382"/>
              <a:gd name="connsiteX23" fmla="*/ 429227 w 3918932"/>
              <a:gd name="connsiteY23" fmla="*/ 927146 h 1267382"/>
              <a:gd name="connsiteX24" fmla="*/ 418916 w 3918932"/>
              <a:gd name="connsiteY24" fmla="*/ 918587 h 1267382"/>
              <a:gd name="connsiteX25" fmla="*/ 350830 w 3918932"/>
              <a:gd name="connsiteY25" fmla="*/ 543918 h 1267382"/>
              <a:gd name="connsiteX26" fmla="*/ 304921 w 3918932"/>
              <a:gd name="connsiteY26" fmla="*/ 641573 h 1267382"/>
              <a:gd name="connsiteX27" fmla="*/ 295583 w 3918932"/>
              <a:gd name="connsiteY27" fmla="*/ 647604 h 1267382"/>
              <a:gd name="connsiteX28" fmla="*/ 0 w 3918932"/>
              <a:gd name="connsiteY28" fmla="*/ 647604 h 1267382"/>
              <a:gd name="connsiteX29" fmla="*/ 0 w 3918932"/>
              <a:gd name="connsiteY29" fmla="*/ 626789 h 1267382"/>
              <a:gd name="connsiteX30" fmla="*/ 288775 w 3918932"/>
              <a:gd name="connsiteY30" fmla="*/ 626789 h 1267382"/>
              <a:gd name="connsiteX31" fmla="*/ 345967 w 3918932"/>
              <a:gd name="connsiteY31" fmla="*/ 505790 h 1267382"/>
              <a:gd name="connsiteX32" fmla="*/ 356666 w 3918932"/>
              <a:gd name="connsiteY32" fmla="*/ 499954 h 1267382"/>
              <a:gd name="connsiteX33" fmla="*/ 365615 w 3918932"/>
              <a:gd name="connsiteY33" fmla="*/ 508319 h 1267382"/>
              <a:gd name="connsiteX34" fmla="*/ 429227 w 3918932"/>
              <a:gd name="connsiteY34" fmla="*/ 858476 h 1267382"/>
              <a:gd name="connsiteX35" fmla="*/ 582323 w 3918932"/>
              <a:gd name="connsiteY35" fmla="*/ 8567 h 1267382"/>
              <a:gd name="connsiteX36" fmla="*/ 593022 w 3918932"/>
              <a:gd name="connsiteY36" fmla="*/ 8 h 126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918932" h="1267382">
                <a:moveTo>
                  <a:pt x="593022" y="8"/>
                </a:moveTo>
                <a:cubicBezTo>
                  <a:pt x="598275" y="202"/>
                  <a:pt x="602360" y="4288"/>
                  <a:pt x="602943" y="9540"/>
                </a:cubicBezTo>
                <a:lnTo>
                  <a:pt x="697097" y="1162529"/>
                </a:lnTo>
                <a:lnTo>
                  <a:pt x="794363" y="467273"/>
                </a:lnTo>
                <a:cubicBezTo>
                  <a:pt x="795141" y="462021"/>
                  <a:pt x="799421" y="458130"/>
                  <a:pt x="804867" y="458324"/>
                </a:cubicBezTo>
                <a:cubicBezTo>
                  <a:pt x="810120" y="458324"/>
                  <a:pt x="814400" y="462410"/>
                  <a:pt x="814983" y="467662"/>
                </a:cubicBezTo>
                <a:lnTo>
                  <a:pt x="853695" y="828713"/>
                </a:lnTo>
                <a:lnTo>
                  <a:pt x="907969" y="634376"/>
                </a:lnTo>
                <a:cubicBezTo>
                  <a:pt x="909136" y="629901"/>
                  <a:pt x="913222" y="626789"/>
                  <a:pt x="917890" y="626789"/>
                </a:cubicBezTo>
                <a:lnTo>
                  <a:pt x="3908622" y="626789"/>
                </a:lnTo>
                <a:cubicBezTo>
                  <a:pt x="3914263" y="626789"/>
                  <a:pt x="3918932" y="631458"/>
                  <a:pt x="3918932" y="637099"/>
                </a:cubicBezTo>
                <a:cubicBezTo>
                  <a:pt x="3918932" y="642741"/>
                  <a:pt x="3914263" y="647409"/>
                  <a:pt x="3908622" y="647409"/>
                </a:cubicBezTo>
                <a:lnTo>
                  <a:pt x="926255" y="647409"/>
                </a:lnTo>
                <a:lnTo>
                  <a:pt x="859531" y="886100"/>
                </a:lnTo>
                <a:cubicBezTo>
                  <a:pt x="858169" y="890963"/>
                  <a:pt x="853695" y="894075"/>
                  <a:pt x="848637" y="893686"/>
                </a:cubicBezTo>
                <a:cubicBezTo>
                  <a:pt x="843579" y="893297"/>
                  <a:pt x="839689" y="889407"/>
                  <a:pt x="839105" y="884349"/>
                </a:cubicBezTo>
                <a:lnTo>
                  <a:pt x="803506" y="553061"/>
                </a:lnTo>
                <a:lnTo>
                  <a:pt x="704878" y="1258044"/>
                </a:lnTo>
                <a:cubicBezTo>
                  <a:pt x="704100" y="1263491"/>
                  <a:pt x="699820" y="1267382"/>
                  <a:pt x="694568" y="1267382"/>
                </a:cubicBezTo>
                <a:cubicBezTo>
                  <a:pt x="694373" y="1267382"/>
                  <a:pt x="694373" y="1267382"/>
                  <a:pt x="694179" y="1267382"/>
                </a:cubicBezTo>
                <a:cubicBezTo>
                  <a:pt x="688926" y="1267187"/>
                  <a:pt x="684647" y="1263102"/>
                  <a:pt x="684063" y="1257850"/>
                </a:cubicBezTo>
                <a:lnTo>
                  <a:pt x="588743" y="90465"/>
                </a:lnTo>
                <a:lnTo>
                  <a:pt x="439537" y="918587"/>
                </a:lnTo>
                <a:cubicBezTo>
                  <a:pt x="438564" y="923450"/>
                  <a:pt x="434284" y="927146"/>
                  <a:pt x="429227" y="927146"/>
                </a:cubicBezTo>
                <a:cubicBezTo>
                  <a:pt x="424169" y="927146"/>
                  <a:pt x="419889" y="923644"/>
                  <a:pt x="418916" y="918587"/>
                </a:cubicBezTo>
                <a:lnTo>
                  <a:pt x="350830" y="543918"/>
                </a:lnTo>
                <a:lnTo>
                  <a:pt x="304921" y="641573"/>
                </a:lnTo>
                <a:cubicBezTo>
                  <a:pt x="303170" y="645269"/>
                  <a:pt x="299474" y="647604"/>
                  <a:pt x="295583" y="647604"/>
                </a:cubicBezTo>
                <a:lnTo>
                  <a:pt x="0" y="647604"/>
                </a:lnTo>
                <a:lnTo>
                  <a:pt x="0" y="626789"/>
                </a:lnTo>
                <a:lnTo>
                  <a:pt x="288775" y="626789"/>
                </a:lnTo>
                <a:lnTo>
                  <a:pt x="345967" y="505790"/>
                </a:lnTo>
                <a:cubicBezTo>
                  <a:pt x="347912" y="501705"/>
                  <a:pt x="352192" y="499371"/>
                  <a:pt x="356666" y="499954"/>
                </a:cubicBezTo>
                <a:cubicBezTo>
                  <a:pt x="361140" y="500538"/>
                  <a:pt x="364642" y="504039"/>
                  <a:pt x="365615" y="508319"/>
                </a:cubicBezTo>
                <a:lnTo>
                  <a:pt x="429227" y="858476"/>
                </a:lnTo>
                <a:lnTo>
                  <a:pt x="582323" y="8567"/>
                </a:lnTo>
                <a:cubicBezTo>
                  <a:pt x="583296" y="3509"/>
                  <a:pt x="587965" y="-187"/>
                  <a:pt x="593022" y="8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7536510" y="377171"/>
            <a:ext cx="382027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208791"/>
                </a:solidFill>
                <a:latin typeface="DM Sans" pitchFamily="2" charset="0"/>
              </a:rPr>
              <a:t>System</a:t>
            </a:r>
            <a:r>
              <a:rPr lang="en-IN" sz="2800" b="1">
                <a:solidFill>
                  <a:srgbClr val="007670"/>
                </a:solidFill>
                <a:latin typeface="DM Sans" pitchFamily="2" charset="0"/>
              </a:rPr>
              <a:t> </a:t>
            </a:r>
            <a:r>
              <a:rPr lang="en-IN" sz="2800" b="1">
                <a:solidFill>
                  <a:srgbClr val="208791"/>
                </a:solidFill>
                <a:latin typeface="DM Sans" pitchFamily="2" charset="0"/>
              </a:rPr>
              <a:t>Architecture</a:t>
            </a:r>
          </a:p>
        </p:txBody>
      </p:sp>
      <p:pic>
        <p:nvPicPr>
          <p:cNvPr id="15" name="Immagine 14" descr="Immagine che contiene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D310CB60-80A4-2C4E-256E-114496E34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40"/>
          <a:stretch/>
        </p:blipFill>
        <p:spPr>
          <a:xfrm>
            <a:off x="236214" y="1911232"/>
            <a:ext cx="1781586" cy="3143250"/>
          </a:xfrm>
          <a:prstGeom prst="rect">
            <a:avLst/>
          </a:prstGeom>
        </p:spPr>
      </p:pic>
      <p:pic>
        <p:nvPicPr>
          <p:cNvPr id="2" name="Immagine 1" descr="Immagine che contiene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81413EFA-F347-7A49-CF20-64E60C27E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8" r="35619" b="-5367"/>
          <a:stretch/>
        </p:blipFill>
        <p:spPr>
          <a:xfrm>
            <a:off x="2017800" y="1911232"/>
            <a:ext cx="5787109" cy="3311977"/>
          </a:xfrm>
          <a:prstGeom prst="rect">
            <a:avLst/>
          </a:prstGeom>
        </p:spPr>
      </p:pic>
      <p:pic>
        <p:nvPicPr>
          <p:cNvPr id="3" name="Immagine 2" descr="Immagine che contiene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2C13C890-57C6-9639-89DA-C7A87F270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02"/>
          <a:stretch/>
        </p:blipFill>
        <p:spPr>
          <a:xfrm>
            <a:off x="9670532" y="1911232"/>
            <a:ext cx="2385461" cy="3143250"/>
          </a:xfrm>
          <a:prstGeom prst="rect">
            <a:avLst/>
          </a:prstGeom>
        </p:spPr>
      </p:pic>
      <p:pic>
        <p:nvPicPr>
          <p:cNvPr id="4" name="Immagine 3" descr="Immagine che contiene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90D8DCEA-4EE8-E5ED-2C92-E439282C7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37" r="20688"/>
          <a:stretch/>
        </p:blipFill>
        <p:spPr>
          <a:xfrm>
            <a:off x="7804909" y="1911232"/>
            <a:ext cx="1865623" cy="3143250"/>
          </a:xfrm>
          <a:prstGeom prst="rect">
            <a:avLst/>
          </a:prstGeom>
        </p:spPr>
      </p:pic>
      <p:sp>
        <p:nvSpPr>
          <p:cNvPr id="5" name="Freeform: Shape 10">
            <a:extLst>
              <a:ext uri="{FF2B5EF4-FFF2-40B4-BE49-F238E27FC236}">
                <a16:creationId xmlns:a16="http://schemas.microsoft.com/office/drawing/2014/main" id="{6DDD54B7-52A4-7C32-CCB6-AA5D27824178}"/>
              </a:ext>
            </a:extLst>
          </p:cNvPr>
          <p:cNvSpPr/>
          <p:nvPr/>
        </p:nvSpPr>
        <p:spPr>
          <a:xfrm>
            <a:off x="9244209" y="-2504878"/>
            <a:ext cx="4550626" cy="4550626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208791">
              <a:alpha val="20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34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A05999-39E8-4732-B303-EBE7FF247DD7}"/>
              </a:ext>
            </a:extLst>
          </p:cNvPr>
          <p:cNvSpPr/>
          <p:nvPr/>
        </p:nvSpPr>
        <p:spPr>
          <a:xfrm flipH="1">
            <a:off x="8269564" y="266700"/>
            <a:ext cx="3918932" cy="1267382"/>
          </a:xfrm>
          <a:custGeom>
            <a:avLst/>
            <a:gdLst>
              <a:gd name="connsiteX0" fmla="*/ 593022 w 3918932"/>
              <a:gd name="connsiteY0" fmla="*/ 8 h 1267382"/>
              <a:gd name="connsiteX1" fmla="*/ 602943 w 3918932"/>
              <a:gd name="connsiteY1" fmla="*/ 9540 h 1267382"/>
              <a:gd name="connsiteX2" fmla="*/ 697097 w 3918932"/>
              <a:gd name="connsiteY2" fmla="*/ 1162529 h 1267382"/>
              <a:gd name="connsiteX3" fmla="*/ 794363 w 3918932"/>
              <a:gd name="connsiteY3" fmla="*/ 467273 h 1267382"/>
              <a:gd name="connsiteX4" fmla="*/ 804867 w 3918932"/>
              <a:gd name="connsiteY4" fmla="*/ 458324 h 1267382"/>
              <a:gd name="connsiteX5" fmla="*/ 814983 w 3918932"/>
              <a:gd name="connsiteY5" fmla="*/ 467662 h 1267382"/>
              <a:gd name="connsiteX6" fmla="*/ 853695 w 3918932"/>
              <a:gd name="connsiteY6" fmla="*/ 828713 h 1267382"/>
              <a:gd name="connsiteX7" fmla="*/ 907969 w 3918932"/>
              <a:gd name="connsiteY7" fmla="*/ 634376 h 1267382"/>
              <a:gd name="connsiteX8" fmla="*/ 917890 w 3918932"/>
              <a:gd name="connsiteY8" fmla="*/ 626789 h 1267382"/>
              <a:gd name="connsiteX9" fmla="*/ 3908622 w 3918932"/>
              <a:gd name="connsiteY9" fmla="*/ 626789 h 1267382"/>
              <a:gd name="connsiteX10" fmla="*/ 3918932 w 3918932"/>
              <a:gd name="connsiteY10" fmla="*/ 637099 h 1267382"/>
              <a:gd name="connsiteX11" fmla="*/ 3908622 w 3918932"/>
              <a:gd name="connsiteY11" fmla="*/ 647409 h 1267382"/>
              <a:gd name="connsiteX12" fmla="*/ 926255 w 3918932"/>
              <a:gd name="connsiteY12" fmla="*/ 647409 h 1267382"/>
              <a:gd name="connsiteX13" fmla="*/ 859531 w 3918932"/>
              <a:gd name="connsiteY13" fmla="*/ 886100 h 1267382"/>
              <a:gd name="connsiteX14" fmla="*/ 848637 w 3918932"/>
              <a:gd name="connsiteY14" fmla="*/ 893686 h 1267382"/>
              <a:gd name="connsiteX15" fmla="*/ 839105 w 3918932"/>
              <a:gd name="connsiteY15" fmla="*/ 884349 h 1267382"/>
              <a:gd name="connsiteX16" fmla="*/ 803506 w 3918932"/>
              <a:gd name="connsiteY16" fmla="*/ 553061 h 1267382"/>
              <a:gd name="connsiteX17" fmla="*/ 704878 w 3918932"/>
              <a:gd name="connsiteY17" fmla="*/ 1258044 h 1267382"/>
              <a:gd name="connsiteX18" fmla="*/ 694568 w 3918932"/>
              <a:gd name="connsiteY18" fmla="*/ 1267382 h 1267382"/>
              <a:gd name="connsiteX19" fmla="*/ 694179 w 3918932"/>
              <a:gd name="connsiteY19" fmla="*/ 1267382 h 1267382"/>
              <a:gd name="connsiteX20" fmla="*/ 684063 w 3918932"/>
              <a:gd name="connsiteY20" fmla="*/ 1257850 h 1267382"/>
              <a:gd name="connsiteX21" fmla="*/ 588743 w 3918932"/>
              <a:gd name="connsiteY21" fmla="*/ 90465 h 1267382"/>
              <a:gd name="connsiteX22" fmla="*/ 439537 w 3918932"/>
              <a:gd name="connsiteY22" fmla="*/ 918587 h 1267382"/>
              <a:gd name="connsiteX23" fmla="*/ 429227 w 3918932"/>
              <a:gd name="connsiteY23" fmla="*/ 927146 h 1267382"/>
              <a:gd name="connsiteX24" fmla="*/ 418916 w 3918932"/>
              <a:gd name="connsiteY24" fmla="*/ 918587 h 1267382"/>
              <a:gd name="connsiteX25" fmla="*/ 350830 w 3918932"/>
              <a:gd name="connsiteY25" fmla="*/ 543918 h 1267382"/>
              <a:gd name="connsiteX26" fmla="*/ 304921 w 3918932"/>
              <a:gd name="connsiteY26" fmla="*/ 641573 h 1267382"/>
              <a:gd name="connsiteX27" fmla="*/ 295583 w 3918932"/>
              <a:gd name="connsiteY27" fmla="*/ 647604 h 1267382"/>
              <a:gd name="connsiteX28" fmla="*/ 0 w 3918932"/>
              <a:gd name="connsiteY28" fmla="*/ 647604 h 1267382"/>
              <a:gd name="connsiteX29" fmla="*/ 0 w 3918932"/>
              <a:gd name="connsiteY29" fmla="*/ 626789 h 1267382"/>
              <a:gd name="connsiteX30" fmla="*/ 288775 w 3918932"/>
              <a:gd name="connsiteY30" fmla="*/ 626789 h 1267382"/>
              <a:gd name="connsiteX31" fmla="*/ 345967 w 3918932"/>
              <a:gd name="connsiteY31" fmla="*/ 505790 h 1267382"/>
              <a:gd name="connsiteX32" fmla="*/ 356666 w 3918932"/>
              <a:gd name="connsiteY32" fmla="*/ 499954 h 1267382"/>
              <a:gd name="connsiteX33" fmla="*/ 365615 w 3918932"/>
              <a:gd name="connsiteY33" fmla="*/ 508319 h 1267382"/>
              <a:gd name="connsiteX34" fmla="*/ 429227 w 3918932"/>
              <a:gd name="connsiteY34" fmla="*/ 858476 h 1267382"/>
              <a:gd name="connsiteX35" fmla="*/ 582323 w 3918932"/>
              <a:gd name="connsiteY35" fmla="*/ 8567 h 1267382"/>
              <a:gd name="connsiteX36" fmla="*/ 593022 w 3918932"/>
              <a:gd name="connsiteY36" fmla="*/ 8 h 126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918932" h="1267382">
                <a:moveTo>
                  <a:pt x="593022" y="8"/>
                </a:moveTo>
                <a:cubicBezTo>
                  <a:pt x="598275" y="202"/>
                  <a:pt x="602360" y="4288"/>
                  <a:pt x="602943" y="9540"/>
                </a:cubicBezTo>
                <a:lnTo>
                  <a:pt x="697097" y="1162529"/>
                </a:lnTo>
                <a:lnTo>
                  <a:pt x="794363" y="467273"/>
                </a:lnTo>
                <a:cubicBezTo>
                  <a:pt x="795141" y="462021"/>
                  <a:pt x="799421" y="458130"/>
                  <a:pt x="804867" y="458324"/>
                </a:cubicBezTo>
                <a:cubicBezTo>
                  <a:pt x="810120" y="458324"/>
                  <a:pt x="814400" y="462410"/>
                  <a:pt x="814983" y="467662"/>
                </a:cubicBezTo>
                <a:lnTo>
                  <a:pt x="853695" y="828713"/>
                </a:lnTo>
                <a:lnTo>
                  <a:pt x="907969" y="634376"/>
                </a:lnTo>
                <a:cubicBezTo>
                  <a:pt x="909136" y="629901"/>
                  <a:pt x="913222" y="626789"/>
                  <a:pt x="917890" y="626789"/>
                </a:cubicBezTo>
                <a:lnTo>
                  <a:pt x="3908622" y="626789"/>
                </a:lnTo>
                <a:cubicBezTo>
                  <a:pt x="3914263" y="626789"/>
                  <a:pt x="3918932" y="631458"/>
                  <a:pt x="3918932" y="637099"/>
                </a:cubicBezTo>
                <a:cubicBezTo>
                  <a:pt x="3918932" y="642741"/>
                  <a:pt x="3914263" y="647409"/>
                  <a:pt x="3908622" y="647409"/>
                </a:cubicBezTo>
                <a:lnTo>
                  <a:pt x="926255" y="647409"/>
                </a:lnTo>
                <a:lnTo>
                  <a:pt x="859531" y="886100"/>
                </a:lnTo>
                <a:cubicBezTo>
                  <a:pt x="858169" y="890963"/>
                  <a:pt x="853695" y="894075"/>
                  <a:pt x="848637" y="893686"/>
                </a:cubicBezTo>
                <a:cubicBezTo>
                  <a:pt x="843579" y="893297"/>
                  <a:pt x="839689" y="889407"/>
                  <a:pt x="839105" y="884349"/>
                </a:cubicBezTo>
                <a:lnTo>
                  <a:pt x="803506" y="553061"/>
                </a:lnTo>
                <a:lnTo>
                  <a:pt x="704878" y="1258044"/>
                </a:lnTo>
                <a:cubicBezTo>
                  <a:pt x="704100" y="1263491"/>
                  <a:pt x="699820" y="1267382"/>
                  <a:pt x="694568" y="1267382"/>
                </a:cubicBezTo>
                <a:cubicBezTo>
                  <a:pt x="694373" y="1267382"/>
                  <a:pt x="694373" y="1267382"/>
                  <a:pt x="694179" y="1267382"/>
                </a:cubicBezTo>
                <a:cubicBezTo>
                  <a:pt x="688926" y="1267187"/>
                  <a:pt x="684647" y="1263102"/>
                  <a:pt x="684063" y="1257850"/>
                </a:cubicBezTo>
                <a:lnTo>
                  <a:pt x="588743" y="90465"/>
                </a:lnTo>
                <a:lnTo>
                  <a:pt x="439537" y="918587"/>
                </a:lnTo>
                <a:cubicBezTo>
                  <a:pt x="438564" y="923450"/>
                  <a:pt x="434284" y="927146"/>
                  <a:pt x="429227" y="927146"/>
                </a:cubicBezTo>
                <a:cubicBezTo>
                  <a:pt x="424169" y="927146"/>
                  <a:pt x="419889" y="923644"/>
                  <a:pt x="418916" y="918587"/>
                </a:cubicBezTo>
                <a:lnTo>
                  <a:pt x="350830" y="543918"/>
                </a:lnTo>
                <a:lnTo>
                  <a:pt x="304921" y="641573"/>
                </a:lnTo>
                <a:cubicBezTo>
                  <a:pt x="303170" y="645269"/>
                  <a:pt x="299474" y="647604"/>
                  <a:pt x="295583" y="647604"/>
                </a:cubicBezTo>
                <a:lnTo>
                  <a:pt x="0" y="647604"/>
                </a:lnTo>
                <a:lnTo>
                  <a:pt x="0" y="626789"/>
                </a:lnTo>
                <a:lnTo>
                  <a:pt x="288775" y="626789"/>
                </a:lnTo>
                <a:lnTo>
                  <a:pt x="345967" y="505790"/>
                </a:lnTo>
                <a:cubicBezTo>
                  <a:pt x="347912" y="501705"/>
                  <a:pt x="352192" y="499371"/>
                  <a:pt x="356666" y="499954"/>
                </a:cubicBezTo>
                <a:cubicBezTo>
                  <a:pt x="361140" y="500538"/>
                  <a:pt x="364642" y="504039"/>
                  <a:pt x="365615" y="508319"/>
                </a:cubicBezTo>
                <a:lnTo>
                  <a:pt x="429227" y="858476"/>
                </a:lnTo>
                <a:lnTo>
                  <a:pt x="582323" y="8567"/>
                </a:lnTo>
                <a:cubicBezTo>
                  <a:pt x="583296" y="3509"/>
                  <a:pt x="587965" y="-187"/>
                  <a:pt x="593022" y="8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8269564" y="359204"/>
            <a:ext cx="19239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208791"/>
                </a:solidFill>
                <a:latin typeface="DM Sans" pitchFamily="2" charset="0"/>
              </a:rPr>
              <a:t>Web Page</a:t>
            </a:r>
          </a:p>
        </p:txBody>
      </p:sp>
      <p:pic>
        <p:nvPicPr>
          <p:cNvPr id="6" name="Immagine 5" descr="Immagine che contiene testo, Dispositivo di output, Visualizzatore, Schermo piatto&#10;&#10;Il contenuto generato dall'IA potrebbe non essere corretto.">
            <a:extLst>
              <a:ext uri="{FF2B5EF4-FFF2-40B4-BE49-F238E27FC236}">
                <a16:creationId xmlns:a16="http://schemas.microsoft.com/office/drawing/2014/main" id="{8A80B179-2B30-5D9A-AD1A-B1A8B970C4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32" y="1420048"/>
            <a:ext cx="6051293" cy="4941341"/>
          </a:xfrm>
          <a:prstGeom prst="rect">
            <a:avLst/>
          </a:prstGeom>
        </p:spPr>
      </p:pic>
      <p:sp>
        <p:nvSpPr>
          <p:cNvPr id="19" name="Freeform: Shape 10">
            <a:extLst>
              <a:ext uri="{FF2B5EF4-FFF2-40B4-BE49-F238E27FC236}">
                <a16:creationId xmlns:a16="http://schemas.microsoft.com/office/drawing/2014/main" id="{923A854F-052A-9D20-D902-6642774C5DA6}"/>
              </a:ext>
            </a:extLst>
          </p:cNvPr>
          <p:cNvSpPr/>
          <p:nvPr/>
        </p:nvSpPr>
        <p:spPr>
          <a:xfrm>
            <a:off x="9244209" y="-2504878"/>
            <a:ext cx="4550626" cy="4550626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208791">
              <a:alpha val="20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12" name="2025-05-31 23-52-39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B48236FE-09DE-0DD4-CF86-D9FF572A49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75629" y="1665259"/>
            <a:ext cx="5123898" cy="3238134"/>
          </a:xfrm>
          <a:prstGeom prst="rect">
            <a:avLst/>
          </a:prstGeom>
        </p:spPr>
      </p:pic>
      <p:pic>
        <p:nvPicPr>
          <p:cNvPr id="11" name="Immagine 10" descr="Immagine che contiene schermata, design, smartphone&#10;&#10;Il contenuto generato dall'IA potrebbe non essere corretto.">
            <a:extLst>
              <a:ext uri="{FF2B5EF4-FFF2-40B4-BE49-F238E27FC236}">
                <a16:creationId xmlns:a16="http://schemas.microsoft.com/office/drawing/2014/main" id="{7250DC86-FB7D-76F0-7923-8BE338597E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787" y="974928"/>
            <a:ext cx="5061448" cy="5655348"/>
          </a:xfrm>
          <a:prstGeom prst="rect">
            <a:avLst/>
          </a:prstGeom>
        </p:spPr>
      </p:pic>
      <p:pic>
        <p:nvPicPr>
          <p:cNvPr id="4" name="videodemo_voice2care_mobile (online-video-cutter.com) (1)">
            <a:hlinkClick r:id="" action="ppaction://media"/>
            <a:extLst>
              <a:ext uri="{FF2B5EF4-FFF2-40B4-BE49-F238E27FC236}">
                <a16:creationId xmlns:a16="http://schemas.microsoft.com/office/drawing/2014/main" id="{F2D2E270-BC84-FBFC-C282-6EB68C21AE8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624846" y="1192324"/>
            <a:ext cx="2299810" cy="5216155"/>
          </a:xfrm>
          <a:prstGeom prst="round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E3487A2-99C3-8165-3484-805B18D2153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8566"/>
          <a:stretch/>
        </p:blipFill>
        <p:spPr>
          <a:xfrm>
            <a:off x="8282588" y="1171643"/>
            <a:ext cx="987209" cy="24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69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B69FEBD-6A5C-4119-A1C9-2B5961FF7CEC}"/>
              </a:ext>
            </a:extLst>
          </p:cNvPr>
          <p:cNvSpPr/>
          <p:nvPr/>
        </p:nvSpPr>
        <p:spPr>
          <a:xfrm>
            <a:off x="-1693259" y="-1490635"/>
            <a:ext cx="5450627" cy="6663148"/>
          </a:xfrm>
          <a:custGeom>
            <a:avLst/>
            <a:gdLst>
              <a:gd name="connsiteX0" fmla="*/ 491503 w 5450627"/>
              <a:gd name="connsiteY0" fmla="*/ 0 h 6663148"/>
              <a:gd name="connsiteX1" fmla="*/ 4599949 w 5450627"/>
              <a:gd name="connsiteY1" fmla="*/ 0 h 6663148"/>
              <a:gd name="connsiteX2" fmla="*/ 4773865 w 5450627"/>
              <a:gd name="connsiteY2" fmla="*/ 170533 h 6663148"/>
              <a:gd name="connsiteX3" fmla="*/ 5173619 w 5450627"/>
              <a:gd name="connsiteY3" fmla="*/ 619845 h 6663148"/>
              <a:gd name="connsiteX4" fmla="*/ 5294243 w 5450627"/>
              <a:gd name="connsiteY4" fmla="*/ 1974393 h 6663148"/>
              <a:gd name="connsiteX5" fmla="*/ 4928912 w 5450627"/>
              <a:gd name="connsiteY5" fmla="*/ 2503342 h 6663148"/>
              <a:gd name="connsiteX6" fmla="*/ 4679588 w 5450627"/>
              <a:gd name="connsiteY6" fmla="*/ 4563733 h 6663148"/>
              <a:gd name="connsiteX7" fmla="*/ 2130071 w 5450627"/>
              <a:gd name="connsiteY7" fmla="*/ 5841233 h 6663148"/>
              <a:gd name="connsiteX8" fmla="*/ 250036 w 5450627"/>
              <a:gd name="connsiteY8" fmla="*/ 4039689 h 6663148"/>
              <a:gd name="connsiteX9" fmla="*/ 95635 w 5450627"/>
              <a:gd name="connsiteY9" fmla="*/ 4049212 h 6663148"/>
              <a:gd name="connsiteX10" fmla="*/ 0 w 5450627"/>
              <a:gd name="connsiteY10" fmla="*/ 4057013 h 6663148"/>
              <a:gd name="connsiteX11" fmla="*/ 0 w 5450627"/>
              <a:gd name="connsiteY11" fmla="*/ 383107 h 6663148"/>
              <a:gd name="connsiteX12" fmla="*/ 45805 w 5450627"/>
              <a:gd name="connsiteY12" fmla="*/ 367934 h 6663148"/>
              <a:gd name="connsiteX13" fmla="*/ 474323 w 5450627"/>
              <a:gd name="connsiteY13" fmla="*/ 27424 h 666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50627" h="6663148">
                <a:moveTo>
                  <a:pt x="491503" y="0"/>
                </a:moveTo>
                <a:lnTo>
                  <a:pt x="4599949" y="0"/>
                </a:lnTo>
                <a:lnTo>
                  <a:pt x="4773865" y="170533"/>
                </a:lnTo>
                <a:cubicBezTo>
                  <a:pt x="4914141" y="314033"/>
                  <a:pt x="5047947" y="463512"/>
                  <a:pt x="5173619" y="619845"/>
                </a:cubicBezTo>
                <a:cubicBezTo>
                  <a:pt x="5520770" y="1051834"/>
                  <a:pt x="5518750" y="1648021"/>
                  <a:pt x="5294243" y="1974393"/>
                </a:cubicBezTo>
                <a:cubicBezTo>
                  <a:pt x="5172755" y="2150998"/>
                  <a:pt x="5059636" y="2333663"/>
                  <a:pt x="4928912" y="2503342"/>
                </a:cubicBezTo>
                <a:cubicBezTo>
                  <a:pt x="4402272" y="3187253"/>
                  <a:pt x="4618700" y="3771030"/>
                  <a:pt x="4679588" y="4563733"/>
                </a:cubicBezTo>
                <a:cubicBezTo>
                  <a:pt x="4826181" y="6473201"/>
                  <a:pt x="2933450" y="7477135"/>
                  <a:pt x="2130071" y="5841233"/>
                </a:cubicBezTo>
                <a:cubicBezTo>
                  <a:pt x="1477902" y="4513810"/>
                  <a:pt x="1613241" y="3995538"/>
                  <a:pt x="250036" y="4039689"/>
                </a:cubicBezTo>
                <a:cubicBezTo>
                  <a:pt x="202891" y="4041204"/>
                  <a:pt x="151210" y="4044793"/>
                  <a:pt x="95635" y="4049212"/>
                </a:cubicBezTo>
                <a:lnTo>
                  <a:pt x="0" y="4057013"/>
                </a:lnTo>
                <a:lnTo>
                  <a:pt x="0" y="383107"/>
                </a:lnTo>
                <a:lnTo>
                  <a:pt x="45805" y="367934"/>
                </a:lnTo>
                <a:cubicBezTo>
                  <a:pt x="239877" y="291961"/>
                  <a:pt x="370445" y="172974"/>
                  <a:pt x="474323" y="27424"/>
                </a:cubicBezTo>
                <a:close/>
              </a:path>
            </a:pathLst>
          </a:custGeom>
          <a:solidFill>
            <a:srgbClr val="208791"/>
          </a:solidFill>
          <a:ln w="21564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A05999-39E8-4732-B303-EBE7FF247DD7}"/>
              </a:ext>
            </a:extLst>
          </p:cNvPr>
          <p:cNvSpPr/>
          <p:nvPr/>
        </p:nvSpPr>
        <p:spPr>
          <a:xfrm flipH="1">
            <a:off x="8269564" y="266700"/>
            <a:ext cx="3918932" cy="1267382"/>
          </a:xfrm>
          <a:custGeom>
            <a:avLst/>
            <a:gdLst>
              <a:gd name="connsiteX0" fmla="*/ 593022 w 3918932"/>
              <a:gd name="connsiteY0" fmla="*/ 8 h 1267382"/>
              <a:gd name="connsiteX1" fmla="*/ 602943 w 3918932"/>
              <a:gd name="connsiteY1" fmla="*/ 9540 h 1267382"/>
              <a:gd name="connsiteX2" fmla="*/ 697097 w 3918932"/>
              <a:gd name="connsiteY2" fmla="*/ 1162529 h 1267382"/>
              <a:gd name="connsiteX3" fmla="*/ 794363 w 3918932"/>
              <a:gd name="connsiteY3" fmla="*/ 467273 h 1267382"/>
              <a:gd name="connsiteX4" fmla="*/ 804867 w 3918932"/>
              <a:gd name="connsiteY4" fmla="*/ 458324 h 1267382"/>
              <a:gd name="connsiteX5" fmla="*/ 814983 w 3918932"/>
              <a:gd name="connsiteY5" fmla="*/ 467662 h 1267382"/>
              <a:gd name="connsiteX6" fmla="*/ 853695 w 3918932"/>
              <a:gd name="connsiteY6" fmla="*/ 828713 h 1267382"/>
              <a:gd name="connsiteX7" fmla="*/ 907969 w 3918932"/>
              <a:gd name="connsiteY7" fmla="*/ 634376 h 1267382"/>
              <a:gd name="connsiteX8" fmla="*/ 917890 w 3918932"/>
              <a:gd name="connsiteY8" fmla="*/ 626789 h 1267382"/>
              <a:gd name="connsiteX9" fmla="*/ 3908622 w 3918932"/>
              <a:gd name="connsiteY9" fmla="*/ 626789 h 1267382"/>
              <a:gd name="connsiteX10" fmla="*/ 3918932 w 3918932"/>
              <a:gd name="connsiteY10" fmla="*/ 637099 h 1267382"/>
              <a:gd name="connsiteX11" fmla="*/ 3908622 w 3918932"/>
              <a:gd name="connsiteY11" fmla="*/ 647409 h 1267382"/>
              <a:gd name="connsiteX12" fmla="*/ 926255 w 3918932"/>
              <a:gd name="connsiteY12" fmla="*/ 647409 h 1267382"/>
              <a:gd name="connsiteX13" fmla="*/ 859531 w 3918932"/>
              <a:gd name="connsiteY13" fmla="*/ 886100 h 1267382"/>
              <a:gd name="connsiteX14" fmla="*/ 848637 w 3918932"/>
              <a:gd name="connsiteY14" fmla="*/ 893686 h 1267382"/>
              <a:gd name="connsiteX15" fmla="*/ 839105 w 3918932"/>
              <a:gd name="connsiteY15" fmla="*/ 884349 h 1267382"/>
              <a:gd name="connsiteX16" fmla="*/ 803506 w 3918932"/>
              <a:gd name="connsiteY16" fmla="*/ 553061 h 1267382"/>
              <a:gd name="connsiteX17" fmla="*/ 704878 w 3918932"/>
              <a:gd name="connsiteY17" fmla="*/ 1258044 h 1267382"/>
              <a:gd name="connsiteX18" fmla="*/ 694568 w 3918932"/>
              <a:gd name="connsiteY18" fmla="*/ 1267382 h 1267382"/>
              <a:gd name="connsiteX19" fmla="*/ 694179 w 3918932"/>
              <a:gd name="connsiteY19" fmla="*/ 1267382 h 1267382"/>
              <a:gd name="connsiteX20" fmla="*/ 684063 w 3918932"/>
              <a:gd name="connsiteY20" fmla="*/ 1257850 h 1267382"/>
              <a:gd name="connsiteX21" fmla="*/ 588743 w 3918932"/>
              <a:gd name="connsiteY21" fmla="*/ 90465 h 1267382"/>
              <a:gd name="connsiteX22" fmla="*/ 439537 w 3918932"/>
              <a:gd name="connsiteY22" fmla="*/ 918587 h 1267382"/>
              <a:gd name="connsiteX23" fmla="*/ 429227 w 3918932"/>
              <a:gd name="connsiteY23" fmla="*/ 927146 h 1267382"/>
              <a:gd name="connsiteX24" fmla="*/ 418916 w 3918932"/>
              <a:gd name="connsiteY24" fmla="*/ 918587 h 1267382"/>
              <a:gd name="connsiteX25" fmla="*/ 350830 w 3918932"/>
              <a:gd name="connsiteY25" fmla="*/ 543918 h 1267382"/>
              <a:gd name="connsiteX26" fmla="*/ 304921 w 3918932"/>
              <a:gd name="connsiteY26" fmla="*/ 641573 h 1267382"/>
              <a:gd name="connsiteX27" fmla="*/ 295583 w 3918932"/>
              <a:gd name="connsiteY27" fmla="*/ 647604 h 1267382"/>
              <a:gd name="connsiteX28" fmla="*/ 0 w 3918932"/>
              <a:gd name="connsiteY28" fmla="*/ 647604 h 1267382"/>
              <a:gd name="connsiteX29" fmla="*/ 0 w 3918932"/>
              <a:gd name="connsiteY29" fmla="*/ 626789 h 1267382"/>
              <a:gd name="connsiteX30" fmla="*/ 288775 w 3918932"/>
              <a:gd name="connsiteY30" fmla="*/ 626789 h 1267382"/>
              <a:gd name="connsiteX31" fmla="*/ 345967 w 3918932"/>
              <a:gd name="connsiteY31" fmla="*/ 505790 h 1267382"/>
              <a:gd name="connsiteX32" fmla="*/ 356666 w 3918932"/>
              <a:gd name="connsiteY32" fmla="*/ 499954 h 1267382"/>
              <a:gd name="connsiteX33" fmla="*/ 365615 w 3918932"/>
              <a:gd name="connsiteY33" fmla="*/ 508319 h 1267382"/>
              <a:gd name="connsiteX34" fmla="*/ 429227 w 3918932"/>
              <a:gd name="connsiteY34" fmla="*/ 858476 h 1267382"/>
              <a:gd name="connsiteX35" fmla="*/ 582323 w 3918932"/>
              <a:gd name="connsiteY35" fmla="*/ 8567 h 1267382"/>
              <a:gd name="connsiteX36" fmla="*/ 593022 w 3918932"/>
              <a:gd name="connsiteY36" fmla="*/ 8 h 126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918932" h="1267382">
                <a:moveTo>
                  <a:pt x="593022" y="8"/>
                </a:moveTo>
                <a:cubicBezTo>
                  <a:pt x="598275" y="202"/>
                  <a:pt x="602360" y="4288"/>
                  <a:pt x="602943" y="9540"/>
                </a:cubicBezTo>
                <a:lnTo>
                  <a:pt x="697097" y="1162529"/>
                </a:lnTo>
                <a:lnTo>
                  <a:pt x="794363" y="467273"/>
                </a:lnTo>
                <a:cubicBezTo>
                  <a:pt x="795141" y="462021"/>
                  <a:pt x="799421" y="458130"/>
                  <a:pt x="804867" y="458324"/>
                </a:cubicBezTo>
                <a:cubicBezTo>
                  <a:pt x="810120" y="458324"/>
                  <a:pt x="814400" y="462410"/>
                  <a:pt x="814983" y="467662"/>
                </a:cubicBezTo>
                <a:lnTo>
                  <a:pt x="853695" y="828713"/>
                </a:lnTo>
                <a:lnTo>
                  <a:pt x="907969" y="634376"/>
                </a:lnTo>
                <a:cubicBezTo>
                  <a:pt x="909136" y="629901"/>
                  <a:pt x="913222" y="626789"/>
                  <a:pt x="917890" y="626789"/>
                </a:cubicBezTo>
                <a:lnTo>
                  <a:pt x="3908622" y="626789"/>
                </a:lnTo>
                <a:cubicBezTo>
                  <a:pt x="3914263" y="626789"/>
                  <a:pt x="3918932" y="631458"/>
                  <a:pt x="3918932" y="637099"/>
                </a:cubicBezTo>
                <a:cubicBezTo>
                  <a:pt x="3918932" y="642741"/>
                  <a:pt x="3914263" y="647409"/>
                  <a:pt x="3908622" y="647409"/>
                </a:cubicBezTo>
                <a:lnTo>
                  <a:pt x="926255" y="647409"/>
                </a:lnTo>
                <a:lnTo>
                  <a:pt x="859531" y="886100"/>
                </a:lnTo>
                <a:cubicBezTo>
                  <a:pt x="858169" y="890963"/>
                  <a:pt x="853695" y="894075"/>
                  <a:pt x="848637" y="893686"/>
                </a:cubicBezTo>
                <a:cubicBezTo>
                  <a:pt x="843579" y="893297"/>
                  <a:pt x="839689" y="889407"/>
                  <a:pt x="839105" y="884349"/>
                </a:cubicBezTo>
                <a:lnTo>
                  <a:pt x="803506" y="553061"/>
                </a:lnTo>
                <a:lnTo>
                  <a:pt x="704878" y="1258044"/>
                </a:lnTo>
                <a:cubicBezTo>
                  <a:pt x="704100" y="1263491"/>
                  <a:pt x="699820" y="1267382"/>
                  <a:pt x="694568" y="1267382"/>
                </a:cubicBezTo>
                <a:cubicBezTo>
                  <a:pt x="694373" y="1267382"/>
                  <a:pt x="694373" y="1267382"/>
                  <a:pt x="694179" y="1267382"/>
                </a:cubicBezTo>
                <a:cubicBezTo>
                  <a:pt x="688926" y="1267187"/>
                  <a:pt x="684647" y="1263102"/>
                  <a:pt x="684063" y="1257850"/>
                </a:cubicBezTo>
                <a:lnTo>
                  <a:pt x="588743" y="90465"/>
                </a:lnTo>
                <a:lnTo>
                  <a:pt x="439537" y="918587"/>
                </a:lnTo>
                <a:cubicBezTo>
                  <a:pt x="438564" y="923450"/>
                  <a:pt x="434284" y="927146"/>
                  <a:pt x="429227" y="927146"/>
                </a:cubicBezTo>
                <a:cubicBezTo>
                  <a:pt x="424169" y="927146"/>
                  <a:pt x="419889" y="923644"/>
                  <a:pt x="418916" y="918587"/>
                </a:cubicBezTo>
                <a:lnTo>
                  <a:pt x="350830" y="543918"/>
                </a:lnTo>
                <a:lnTo>
                  <a:pt x="304921" y="641573"/>
                </a:lnTo>
                <a:cubicBezTo>
                  <a:pt x="303170" y="645269"/>
                  <a:pt x="299474" y="647604"/>
                  <a:pt x="295583" y="647604"/>
                </a:cubicBezTo>
                <a:lnTo>
                  <a:pt x="0" y="647604"/>
                </a:lnTo>
                <a:lnTo>
                  <a:pt x="0" y="626789"/>
                </a:lnTo>
                <a:lnTo>
                  <a:pt x="288775" y="626789"/>
                </a:lnTo>
                <a:lnTo>
                  <a:pt x="345967" y="505790"/>
                </a:lnTo>
                <a:cubicBezTo>
                  <a:pt x="347912" y="501705"/>
                  <a:pt x="352192" y="499371"/>
                  <a:pt x="356666" y="499954"/>
                </a:cubicBezTo>
                <a:cubicBezTo>
                  <a:pt x="361140" y="500538"/>
                  <a:pt x="364642" y="504039"/>
                  <a:pt x="365615" y="508319"/>
                </a:cubicBezTo>
                <a:lnTo>
                  <a:pt x="429227" y="858476"/>
                </a:lnTo>
                <a:lnTo>
                  <a:pt x="582323" y="8567"/>
                </a:lnTo>
                <a:cubicBezTo>
                  <a:pt x="583296" y="3509"/>
                  <a:pt x="587965" y="-187"/>
                  <a:pt x="593022" y="8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8269564" y="377171"/>
            <a:ext cx="1819729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2800" b="1">
                <a:solidFill>
                  <a:srgbClr val="208791"/>
                </a:solidFill>
                <a:latin typeface="DM Sans" pitchFamily="2" charset="0"/>
              </a:rPr>
              <a:t>Analytics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94996A-CB06-42CB-B3E0-AE46BC0B778D}"/>
              </a:ext>
            </a:extLst>
          </p:cNvPr>
          <p:cNvSpPr/>
          <p:nvPr/>
        </p:nvSpPr>
        <p:spPr>
          <a:xfrm>
            <a:off x="-848766" y="-490740"/>
            <a:ext cx="4550626" cy="4550626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F3FFCEC-B205-4218-A1C6-663576BAFE9D}"/>
              </a:ext>
            </a:extLst>
          </p:cNvPr>
          <p:cNvSpPr/>
          <p:nvPr/>
        </p:nvSpPr>
        <p:spPr>
          <a:xfrm rot="12172242">
            <a:off x="10551521" y="4161504"/>
            <a:ext cx="2306028" cy="3570967"/>
          </a:xfrm>
          <a:custGeom>
            <a:avLst/>
            <a:gdLst>
              <a:gd name="connsiteX0" fmla="*/ 1250838 w 2306028"/>
              <a:gd name="connsiteY0" fmla="*/ 3515601 h 3570967"/>
              <a:gd name="connsiteX1" fmla="*/ 1117791 w 2306028"/>
              <a:gd name="connsiteY1" fmla="*/ 3569151 h 3570967"/>
              <a:gd name="connsiteX2" fmla="*/ 1108222 w 2306028"/>
              <a:gd name="connsiteY2" fmla="*/ 3570967 h 3570967"/>
              <a:gd name="connsiteX3" fmla="*/ 0 w 2306028"/>
              <a:gd name="connsiteY3" fmla="*/ 943691 h 3570967"/>
              <a:gd name="connsiteX4" fmla="*/ 2237220 w 2306028"/>
              <a:gd name="connsiteY4" fmla="*/ 0 h 3570967"/>
              <a:gd name="connsiteX5" fmla="*/ 2255980 w 2306028"/>
              <a:gd name="connsiteY5" fmla="*/ 40586 h 3570967"/>
              <a:gd name="connsiteX6" fmla="*/ 2208360 w 2306028"/>
              <a:gd name="connsiteY6" fmla="*/ 669213 h 3570967"/>
              <a:gd name="connsiteX7" fmla="*/ 1980197 w 2306028"/>
              <a:gd name="connsiteY7" fmla="*/ 999561 h 3570967"/>
              <a:gd name="connsiteX8" fmla="*/ 1824486 w 2306028"/>
              <a:gd name="connsiteY8" fmla="*/ 2286349 h 3570967"/>
              <a:gd name="connsiteX9" fmla="*/ 1250838 w 2306028"/>
              <a:gd name="connsiteY9" fmla="*/ 3515601 h 3570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06028" h="3570967">
                <a:moveTo>
                  <a:pt x="1250838" y="3515601"/>
                </a:moveTo>
                <a:cubicBezTo>
                  <a:pt x="1207489" y="3537864"/>
                  <a:pt x="1162981" y="3555802"/>
                  <a:pt x="1117791" y="3569151"/>
                </a:cubicBezTo>
                <a:lnTo>
                  <a:pt x="1108222" y="3570967"/>
                </a:lnTo>
                <a:lnTo>
                  <a:pt x="0" y="943691"/>
                </a:lnTo>
                <a:lnTo>
                  <a:pt x="2237220" y="0"/>
                </a:lnTo>
                <a:lnTo>
                  <a:pt x="2255980" y="40586"/>
                </a:lnTo>
                <a:cubicBezTo>
                  <a:pt x="2340520" y="268680"/>
                  <a:pt x="2313520" y="516340"/>
                  <a:pt x="2208360" y="669213"/>
                </a:cubicBezTo>
                <a:cubicBezTo>
                  <a:pt x="2132486" y="779509"/>
                  <a:pt x="2061839" y="893590"/>
                  <a:pt x="1980197" y="999561"/>
                </a:cubicBezTo>
                <a:cubicBezTo>
                  <a:pt x="1651293" y="1426688"/>
                  <a:pt x="1786459" y="1791279"/>
                  <a:pt x="1824486" y="2286349"/>
                </a:cubicBezTo>
                <a:cubicBezTo>
                  <a:pt x="1870262" y="2882615"/>
                  <a:pt x="1597631" y="3337496"/>
                  <a:pt x="1250838" y="3515601"/>
                </a:cubicBezTo>
                <a:close/>
              </a:path>
            </a:pathLst>
          </a:custGeom>
          <a:solidFill>
            <a:srgbClr val="208791"/>
          </a:solidFill>
          <a:ln w="16111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18964F61-78C4-4B15-8549-CC63B1330C42}"/>
              </a:ext>
            </a:extLst>
          </p:cNvPr>
          <p:cNvSpPr txBox="1"/>
          <p:nvPr/>
        </p:nvSpPr>
        <p:spPr>
          <a:xfrm>
            <a:off x="3265519" y="1685487"/>
            <a:ext cx="7967581" cy="480131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Analytic </a:t>
            </a:r>
            <a:r>
              <a:rPr lang="it-IT" b="0"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1️⃣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: Retrieve all documents for a specific year and month, with a map of residences</a:t>
            </a:r>
          </a:p>
          <a:p>
            <a:endParaRPr lang="en-US" b="1" i="1">
              <a:solidFill>
                <a:schemeClr val="tx1">
                  <a:lumMod val="75000"/>
                  <a:lumOff val="25000"/>
                </a:schemeClr>
              </a:solidFill>
              <a:effectLst/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Analytic </a:t>
            </a:r>
            <a:r>
              <a:rPr lang="it-IT" b="0"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2️⃣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: Report the number of patients with one or more specific injuries for each year, using a bar chart</a:t>
            </a:r>
          </a:p>
          <a:p>
            <a:endParaRPr lang="en-US" b="1" i="1">
              <a:solidFill>
                <a:schemeClr val="tx1">
                  <a:lumMod val="75000"/>
                  <a:lumOff val="25000"/>
                </a:schemeClr>
              </a:solidFill>
              <a:effectLst/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Analytic </a:t>
            </a:r>
            <a:r>
              <a:rPr lang="it-IT" b="0"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3️⃣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: Find the average service time per month for each year, specifying the city</a:t>
            </a:r>
          </a:p>
          <a:p>
            <a:endParaRPr lang="en-US" b="1" i="1">
              <a:solidFill>
                <a:schemeClr val="tx1">
                  <a:lumMod val="75000"/>
                  <a:lumOff val="25000"/>
                </a:schemeClr>
              </a:solidFill>
              <a:effectLst/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Analytic </a:t>
            </a:r>
            <a:r>
              <a:rPr lang="it-IT" b="0"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4️⃣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:  Report the number of measures used in the areas of breathing, circulation, immobilization, or others based on the selected year</a:t>
            </a:r>
          </a:p>
          <a:p>
            <a:endParaRPr lang="en-US" b="1" i="1">
              <a:solidFill>
                <a:schemeClr val="tx1">
                  <a:lumMod val="75000"/>
                  <a:lumOff val="25000"/>
                </a:schemeClr>
              </a:solidFill>
              <a:effectLst/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Analytic </a:t>
            </a:r>
            <a:r>
              <a:rPr lang="it-IT" b="0">
                <a:solidFill>
                  <a:srgbClr val="C3E88D"/>
                </a:solidFill>
                <a:effectLst/>
                <a:latin typeface="Consolas" panose="020B0609020204030204" pitchFamily="49" charset="0"/>
              </a:rPr>
              <a:t>5️⃣</a:t>
            </a:r>
            <a:r>
              <a:rPr lang="en-US" b="1" i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DM Sans" pitchFamily="2" charset="0"/>
              </a:rPr>
              <a:t>: Calculate the average heart rate value for the specified sex based on the year and month (if specified)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i="1">
              <a:solidFill>
                <a:schemeClr val="tx1">
                  <a:lumMod val="75000"/>
                  <a:lumOff val="25000"/>
                </a:schemeClr>
              </a:solidFill>
              <a:effectLst/>
              <a:latin typeface="DM Sans" pitchFamily="2" charset="0"/>
            </a:endParaRPr>
          </a:p>
          <a:p>
            <a:endParaRPr lang="en-US" b="1" i="1">
              <a:solidFill>
                <a:schemeClr val="tx1">
                  <a:lumMod val="75000"/>
                  <a:lumOff val="25000"/>
                </a:schemeClr>
              </a:solidFill>
              <a:effectLst/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349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A05999-39E8-4732-B303-EBE7FF247DD7}"/>
              </a:ext>
            </a:extLst>
          </p:cNvPr>
          <p:cNvSpPr/>
          <p:nvPr/>
        </p:nvSpPr>
        <p:spPr>
          <a:xfrm flipH="1">
            <a:off x="8005200" y="288389"/>
            <a:ext cx="4186800" cy="1267382"/>
          </a:xfrm>
          <a:custGeom>
            <a:avLst/>
            <a:gdLst>
              <a:gd name="connsiteX0" fmla="*/ 593022 w 3918932"/>
              <a:gd name="connsiteY0" fmla="*/ 8 h 1267382"/>
              <a:gd name="connsiteX1" fmla="*/ 602943 w 3918932"/>
              <a:gd name="connsiteY1" fmla="*/ 9540 h 1267382"/>
              <a:gd name="connsiteX2" fmla="*/ 697097 w 3918932"/>
              <a:gd name="connsiteY2" fmla="*/ 1162529 h 1267382"/>
              <a:gd name="connsiteX3" fmla="*/ 794363 w 3918932"/>
              <a:gd name="connsiteY3" fmla="*/ 467273 h 1267382"/>
              <a:gd name="connsiteX4" fmla="*/ 804867 w 3918932"/>
              <a:gd name="connsiteY4" fmla="*/ 458324 h 1267382"/>
              <a:gd name="connsiteX5" fmla="*/ 814983 w 3918932"/>
              <a:gd name="connsiteY5" fmla="*/ 467662 h 1267382"/>
              <a:gd name="connsiteX6" fmla="*/ 853695 w 3918932"/>
              <a:gd name="connsiteY6" fmla="*/ 828713 h 1267382"/>
              <a:gd name="connsiteX7" fmla="*/ 907969 w 3918932"/>
              <a:gd name="connsiteY7" fmla="*/ 634376 h 1267382"/>
              <a:gd name="connsiteX8" fmla="*/ 917890 w 3918932"/>
              <a:gd name="connsiteY8" fmla="*/ 626789 h 1267382"/>
              <a:gd name="connsiteX9" fmla="*/ 3908622 w 3918932"/>
              <a:gd name="connsiteY9" fmla="*/ 626789 h 1267382"/>
              <a:gd name="connsiteX10" fmla="*/ 3918932 w 3918932"/>
              <a:gd name="connsiteY10" fmla="*/ 637099 h 1267382"/>
              <a:gd name="connsiteX11" fmla="*/ 3908622 w 3918932"/>
              <a:gd name="connsiteY11" fmla="*/ 647409 h 1267382"/>
              <a:gd name="connsiteX12" fmla="*/ 926255 w 3918932"/>
              <a:gd name="connsiteY12" fmla="*/ 647409 h 1267382"/>
              <a:gd name="connsiteX13" fmla="*/ 859531 w 3918932"/>
              <a:gd name="connsiteY13" fmla="*/ 886100 h 1267382"/>
              <a:gd name="connsiteX14" fmla="*/ 848637 w 3918932"/>
              <a:gd name="connsiteY14" fmla="*/ 893686 h 1267382"/>
              <a:gd name="connsiteX15" fmla="*/ 839105 w 3918932"/>
              <a:gd name="connsiteY15" fmla="*/ 884349 h 1267382"/>
              <a:gd name="connsiteX16" fmla="*/ 803506 w 3918932"/>
              <a:gd name="connsiteY16" fmla="*/ 553061 h 1267382"/>
              <a:gd name="connsiteX17" fmla="*/ 704878 w 3918932"/>
              <a:gd name="connsiteY17" fmla="*/ 1258044 h 1267382"/>
              <a:gd name="connsiteX18" fmla="*/ 694568 w 3918932"/>
              <a:gd name="connsiteY18" fmla="*/ 1267382 h 1267382"/>
              <a:gd name="connsiteX19" fmla="*/ 694179 w 3918932"/>
              <a:gd name="connsiteY19" fmla="*/ 1267382 h 1267382"/>
              <a:gd name="connsiteX20" fmla="*/ 684063 w 3918932"/>
              <a:gd name="connsiteY20" fmla="*/ 1257850 h 1267382"/>
              <a:gd name="connsiteX21" fmla="*/ 588743 w 3918932"/>
              <a:gd name="connsiteY21" fmla="*/ 90465 h 1267382"/>
              <a:gd name="connsiteX22" fmla="*/ 439537 w 3918932"/>
              <a:gd name="connsiteY22" fmla="*/ 918587 h 1267382"/>
              <a:gd name="connsiteX23" fmla="*/ 429227 w 3918932"/>
              <a:gd name="connsiteY23" fmla="*/ 927146 h 1267382"/>
              <a:gd name="connsiteX24" fmla="*/ 418916 w 3918932"/>
              <a:gd name="connsiteY24" fmla="*/ 918587 h 1267382"/>
              <a:gd name="connsiteX25" fmla="*/ 350830 w 3918932"/>
              <a:gd name="connsiteY25" fmla="*/ 543918 h 1267382"/>
              <a:gd name="connsiteX26" fmla="*/ 304921 w 3918932"/>
              <a:gd name="connsiteY26" fmla="*/ 641573 h 1267382"/>
              <a:gd name="connsiteX27" fmla="*/ 295583 w 3918932"/>
              <a:gd name="connsiteY27" fmla="*/ 647604 h 1267382"/>
              <a:gd name="connsiteX28" fmla="*/ 0 w 3918932"/>
              <a:gd name="connsiteY28" fmla="*/ 647604 h 1267382"/>
              <a:gd name="connsiteX29" fmla="*/ 0 w 3918932"/>
              <a:gd name="connsiteY29" fmla="*/ 626789 h 1267382"/>
              <a:gd name="connsiteX30" fmla="*/ 288775 w 3918932"/>
              <a:gd name="connsiteY30" fmla="*/ 626789 h 1267382"/>
              <a:gd name="connsiteX31" fmla="*/ 345967 w 3918932"/>
              <a:gd name="connsiteY31" fmla="*/ 505790 h 1267382"/>
              <a:gd name="connsiteX32" fmla="*/ 356666 w 3918932"/>
              <a:gd name="connsiteY32" fmla="*/ 499954 h 1267382"/>
              <a:gd name="connsiteX33" fmla="*/ 365615 w 3918932"/>
              <a:gd name="connsiteY33" fmla="*/ 508319 h 1267382"/>
              <a:gd name="connsiteX34" fmla="*/ 429227 w 3918932"/>
              <a:gd name="connsiteY34" fmla="*/ 858476 h 1267382"/>
              <a:gd name="connsiteX35" fmla="*/ 582323 w 3918932"/>
              <a:gd name="connsiteY35" fmla="*/ 8567 h 1267382"/>
              <a:gd name="connsiteX36" fmla="*/ 593022 w 3918932"/>
              <a:gd name="connsiteY36" fmla="*/ 8 h 126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918932" h="1267382">
                <a:moveTo>
                  <a:pt x="593022" y="8"/>
                </a:moveTo>
                <a:cubicBezTo>
                  <a:pt x="598275" y="202"/>
                  <a:pt x="602360" y="4288"/>
                  <a:pt x="602943" y="9540"/>
                </a:cubicBezTo>
                <a:lnTo>
                  <a:pt x="697097" y="1162529"/>
                </a:lnTo>
                <a:lnTo>
                  <a:pt x="794363" y="467273"/>
                </a:lnTo>
                <a:cubicBezTo>
                  <a:pt x="795141" y="462021"/>
                  <a:pt x="799421" y="458130"/>
                  <a:pt x="804867" y="458324"/>
                </a:cubicBezTo>
                <a:cubicBezTo>
                  <a:pt x="810120" y="458324"/>
                  <a:pt x="814400" y="462410"/>
                  <a:pt x="814983" y="467662"/>
                </a:cubicBezTo>
                <a:lnTo>
                  <a:pt x="853695" y="828713"/>
                </a:lnTo>
                <a:lnTo>
                  <a:pt x="907969" y="634376"/>
                </a:lnTo>
                <a:cubicBezTo>
                  <a:pt x="909136" y="629901"/>
                  <a:pt x="913222" y="626789"/>
                  <a:pt x="917890" y="626789"/>
                </a:cubicBezTo>
                <a:lnTo>
                  <a:pt x="3908622" y="626789"/>
                </a:lnTo>
                <a:cubicBezTo>
                  <a:pt x="3914263" y="626789"/>
                  <a:pt x="3918932" y="631458"/>
                  <a:pt x="3918932" y="637099"/>
                </a:cubicBezTo>
                <a:cubicBezTo>
                  <a:pt x="3918932" y="642741"/>
                  <a:pt x="3914263" y="647409"/>
                  <a:pt x="3908622" y="647409"/>
                </a:cubicBezTo>
                <a:lnTo>
                  <a:pt x="926255" y="647409"/>
                </a:lnTo>
                <a:lnTo>
                  <a:pt x="859531" y="886100"/>
                </a:lnTo>
                <a:cubicBezTo>
                  <a:pt x="858169" y="890963"/>
                  <a:pt x="853695" y="894075"/>
                  <a:pt x="848637" y="893686"/>
                </a:cubicBezTo>
                <a:cubicBezTo>
                  <a:pt x="843579" y="893297"/>
                  <a:pt x="839689" y="889407"/>
                  <a:pt x="839105" y="884349"/>
                </a:cubicBezTo>
                <a:lnTo>
                  <a:pt x="803506" y="553061"/>
                </a:lnTo>
                <a:lnTo>
                  <a:pt x="704878" y="1258044"/>
                </a:lnTo>
                <a:cubicBezTo>
                  <a:pt x="704100" y="1263491"/>
                  <a:pt x="699820" y="1267382"/>
                  <a:pt x="694568" y="1267382"/>
                </a:cubicBezTo>
                <a:cubicBezTo>
                  <a:pt x="694373" y="1267382"/>
                  <a:pt x="694373" y="1267382"/>
                  <a:pt x="694179" y="1267382"/>
                </a:cubicBezTo>
                <a:cubicBezTo>
                  <a:pt x="688926" y="1267187"/>
                  <a:pt x="684647" y="1263102"/>
                  <a:pt x="684063" y="1257850"/>
                </a:cubicBezTo>
                <a:lnTo>
                  <a:pt x="588743" y="90465"/>
                </a:lnTo>
                <a:lnTo>
                  <a:pt x="439537" y="918587"/>
                </a:lnTo>
                <a:cubicBezTo>
                  <a:pt x="438564" y="923450"/>
                  <a:pt x="434284" y="927146"/>
                  <a:pt x="429227" y="927146"/>
                </a:cubicBezTo>
                <a:cubicBezTo>
                  <a:pt x="424169" y="927146"/>
                  <a:pt x="419889" y="923644"/>
                  <a:pt x="418916" y="918587"/>
                </a:cubicBezTo>
                <a:lnTo>
                  <a:pt x="350830" y="543918"/>
                </a:lnTo>
                <a:lnTo>
                  <a:pt x="304921" y="641573"/>
                </a:lnTo>
                <a:cubicBezTo>
                  <a:pt x="303170" y="645269"/>
                  <a:pt x="299474" y="647604"/>
                  <a:pt x="295583" y="647604"/>
                </a:cubicBezTo>
                <a:lnTo>
                  <a:pt x="0" y="647604"/>
                </a:lnTo>
                <a:lnTo>
                  <a:pt x="0" y="626789"/>
                </a:lnTo>
                <a:lnTo>
                  <a:pt x="288775" y="626789"/>
                </a:lnTo>
                <a:lnTo>
                  <a:pt x="345967" y="505790"/>
                </a:lnTo>
                <a:cubicBezTo>
                  <a:pt x="347912" y="501705"/>
                  <a:pt x="352192" y="499371"/>
                  <a:pt x="356666" y="499954"/>
                </a:cubicBezTo>
                <a:cubicBezTo>
                  <a:pt x="361140" y="500538"/>
                  <a:pt x="364642" y="504039"/>
                  <a:pt x="365615" y="508319"/>
                </a:cubicBezTo>
                <a:lnTo>
                  <a:pt x="429227" y="858476"/>
                </a:lnTo>
                <a:lnTo>
                  <a:pt x="582323" y="8567"/>
                </a:lnTo>
                <a:cubicBezTo>
                  <a:pt x="583296" y="3509"/>
                  <a:pt x="587965" y="-187"/>
                  <a:pt x="593022" y="8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7708057" y="398860"/>
            <a:ext cx="391893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rgbClr val="208791"/>
                </a:solidFill>
                <a:latin typeface="DM Sans" pitchFamily="2" charset="0"/>
              </a:rPr>
              <a:t>Technologies Used</a:t>
            </a:r>
          </a:p>
        </p:txBody>
      </p:sp>
      <p:pic>
        <p:nvPicPr>
          <p:cNvPr id="12" name="Immagine 11" descr="Immagine che contiene Carattere, Elementi grafici, bianco, logo&#10;&#10;Il contenuto generato dall'IA potrebbe non essere corretto.">
            <a:extLst>
              <a:ext uri="{FF2B5EF4-FFF2-40B4-BE49-F238E27FC236}">
                <a16:creationId xmlns:a16="http://schemas.microsoft.com/office/drawing/2014/main" id="{916723FE-2193-5614-0010-06F534623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6114" y="139459"/>
            <a:ext cx="4030980" cy="2058117"/>
          </a:xfrm>
          <a:prstGeom prst="rect">
            <a:avLst/>
          </a:prstGeom>
        </p:spPr>
      </p:pic>
      <p:pic>
        <p:nvPicPr>
          <p:cNvPr id="14" name="Immagine 13" descr="Immagine che contiene Elementi grafici, logo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2715C216-5353-8311-F702-DDFFA662C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86114" y="2283983"/>
            <a:ext cx="2178042" cy="1633532"/>
          </a:xfrm>
          <a:prstGeom prst="rect">
            <a:avLst/>
          </a:prstGeom>
        </p:spPr>
      </p:pic>
      <p:pic>
        <p:nvPicPr>
          <p:cNvPr id="3" name="Immagine 2" descr="Immagine che contiene Carattere, Elementi grafici, grafica, testo&#10;&#10;Il contenuto generato dall'IA potrebbe non essere corretto.">
            <a:extLst>
              <a:ext uri="{FF2B5EF4-FFF2-40B4-BE49-F238E27FC236}">
                <a16:creationId xmlns:a16="http://schemas.microsoft.com/office/drawing/2014/main" id="{2774EABD-C505-FAEF-5D3E-9E1570CF20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469" y="2574524"/>
            <a:ext cx="3620342" cy="1360092"/>
          </a:xfrm>
          <a:prstGeom prst="rect">
            <a:avLst/>
          </a:prstGeom>
        </p:spPr>
      </p:pic>
      <p:pic>
        <p:nvPicPr>
          <p:cNvPr id="5" name="Immagine 4" descr="Immagine che contiene Carattere, Elementi grafici, nero, testo&#10;&#10;Il contenuto generato dall'IA potrebbe non essere corretto.">
            <a:extLst>
              <a:ext uri="{FF2B5EF4-FFF2-40B4-BE49-F238E27FC236}">
                <a16:creationId xmlns:a16="http://schemas.microsoft.com/office/drawing/2014/main" id="{2FE3A4A6-9F92-DF11-3356-9AE5D4B52A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84" b="28927"/>
          <a:stretch/>
        </p:blipFill>
        <p:spPr>
          <a:xfrm>
            <a:off x="8328878" y="2855491"/>
            <a:ext cx="2889797" cy="1348523"/>
          </a:xfrm>
          <a:prstGeom prst="rect">
            <a:avLst/>
          </a:prstGeom>
        </p:spPr>
      </p:pic>
      <p:pic>
        <p:nvPicPr>
          <p:cNvPr id="10" name="Immagine 9" descr="Immagine che contiene cerchio, Elementi grafici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32EEA97A-44A8-235D-C225-23BAE0F1E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660" y="1087761"/>
            <a:ext cx="2620298" cy="1692031"/>
          </a:xfrm>
          <a:prstGeom prst="rect">
            <a:avLst/>
          </a:prstGeom>
        </p:spPr>
      </p:pic>
      <p:pic>
        <p:nvPicPr>
          <p:cNvPr id="20" name="Immagine 19" descr="Immagine che contiene Elementi grafici, grafica, logo, Carattere&#10;&#10;Il contenuto generato dall'IA potrebbe non essere corretto.">
            <a:extLst>
              <a:ext uri="{FF2B5EF4-FFF2-40B4-BE49-F238E27FC236}">
                <a16:creationId xmlns:a16="http://schemas.microsoft.com/office/drawing/2014/main" id="{B6B93570-C233-9B93-D3E4-D1DE8833F2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319" y="288389"/>
            <a:ext cx="3262696" cy="1909187"/>
          </a:xfrm>
          <a:prstGeom prst="rect">
            <a:avLst/>
          </a:prstGeom>
        </p:spPr>
      </p:pic>
      <p:pic>
        <p:nvPicPr>
          <p:cNvPr id="22" name="Immagine 21" descr="Immagine che contiene logo, schermata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BDBF7AFC-AB4F-A372-5841-1D6CA490C2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113485" y="4434938"/>
            <a:ext cx="1623029" cy="1947635"/>
          </a:xfrm>
          <a:prstGeom prst="rect">
            <a:avLst/>
          </a:prstGeom>
        </p:spPr>
      </p:pic>
      <p:pic>
        <p:nvPicPr>
          <p:cNvPr id="25" name="Immagine 24" descr="Immagine che contiene logo, test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6BFA54D9-5243-3F7E-C5BA-629E2448A0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 l="8530" t="11565" r="10520" b="6601"/>
          <a:stretch/>
        </p:blipFill>
        <p:spPr>
          <a:xfrm>
            <a:off x="4691206" y="4494592"/>
            <a:ext cx="2560287" cy="2008475"/>
          </a:xfrm>
          <a:prstGeom prst="rect">
            <a:avLst/>
          </a:prstGeom>
        </p:spPr>
      </p:pic>
      <p:pic>
        <p:nvPicPr>
          <p:cNvPr id="27" name="Immagine 26" descr="Immagine che contiene logo, simbolo, Elementi grafici, Carattere">
            <a:extLst>
              <a:ext uri="{FF2B5EF4-FFF2-40B4-BE49-F238E27FC236}">
                <a16:creationId xmlns:a16="http://schemas.microsoft.com/office/drawing/2014/main" id="{03633246-86B7-49D6-A559-5457923CF5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 l="27301" t="8959" r="31318" b="20150"/>
          <a:stretch/>
        </p:blipFill>
        <p:spPr>
          <a:xfrm>
            <a:off x="8636696" y="4562039"/>
            <a:ext cx="1774354" cy="187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34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0222C12-C3A5-45AD-A957-100B76149054}"/>
              </a:ext>
            </a:extLst>
          </p:cNvPr>
          <p:cNvSpPr/>
          <p:nvPr/>
        </p:nvSpPr>
        <p:spPr>
          <a:xfrm>
            <a:off x="1833704" y="842746"/>
            <a:ext cx="4550626" cy="4550626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208791">
              <a:alpha val="14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8C0D9F0-2D8C-4254-88FE-07E4EFED7E7A}"/>
              </a:ext>
            </a:extLst>
          </p:cNvPr>
          <p:cNvSpPr/>
          <p:nvPr/>
        </p:nvSpPr>
        <p:spPr>
          <a:xfrm>
            <a:off x="1445985" y="363555"/>
            <a:ext cx="1518048" cy="1518048"/>
          </a:xfrm>
          <a:custGeom>
            <a:avLst/>
            <a:gdLst>
              <a:gd name="connsiteX0" fmla="*/ 1072593 w 1623733"/>
              <a:gd name="connsiteY0" fmla="*/ 1623734 h 1623733"/>
              <a:gd name="connsiteX1" fmla="*/ 551141 w 1623733"/>
              <a:gd name="connsiteY1" fmla="*/ 1623734 h 1623733"/>
              <a:gd name="connsiteX2" fmla="*/ 455985 w 1623733"/>
              <a:gd name="connsiteY2" fmla="*/ 1528578 h 1623733"/>
              <a:gd name="connsiteX3" fmla="*/ 455985 w 1623733"/>
              <a:gd name="connsiteY3" fmla="*/ 1167748 h 1623733"/>
              <a:gd name="connsiteX4" fmla="*/ 95156 w 1623733"/>
              <a:gd name="connsiteY4" fmla="*/ 1167748 h 1623733"/>
              <a:gd name="connsiteX5" fmla="*/ 0 w 1623733"/>
              <a:gd name="connsiteY5" fmla="*/ 1072593 h 1623733"/>
              <a:gd name="connsiteX6" fmla="*/ 0 w 1623733"/>
              <a:gd name="connsiteY6" fmla="*/ 551141 h 1623733"/>
              <a:gd name="connsiteX7" fmla="*/ 95156 w 1623733"/>
              <a:gd name="connsiteY7" fmla="*/ 455985 h 1623733"/>
              <a:gd name="connsiteX8" fmla="*/ 455985 w 1623733"/>
              <a:gd name="connsiteY8" fmla="*/ 455985 h 1623733"/>
              <a:gd name="connsiteX9" fmla="*/ 455985 w 1623733"/>
              <a:gd name="connsiteY9" fmla="*/ 95156 h 1623733"/>
              <a:gd name="connsiteX10" fmla="*/ 551141 w 1623733"/>
              <a:gd name="connsiteY10" fmla="*/ 0 h 1623733"/>
              <a:gd name="connsiteX11" fmla="*/ 1072593 w 1623733"/>
              <a:gd name="connsiteY11" fmla="*/ 0 h 1623733"/>
              <a:gd name="connsiteX12" fmla="*/ 1167748 w 1623733"/>
              <a:gd name="connsiteY12" fmla="*/ 95156 h 1623733"/>
              <a:gd name="connsiteX13" fmla="*/ 1167748 w 1623733"/>
              <a:gd name="connsiteY13" fmla="*/ 455985 h 1623733"/>
              <a:gd name="connsiteX14" fmla="*/ 1528578 w 1623733"/>
              <a:gd name="connsiteY14" fmla="*/ 455985 h 1623733"/>
              <a:gd name="connsiteX15" fmla="*/ 1623734 w 1623733"/>
              <a:gd name="connsiteY15" fmla="*/ 551141 h 1623733"/>
              <a:gd name="connsiteX16" fmla="*/ 1623734 w 1623733"/>
              <a:gd name="connsiteY16" fmla="*/ 1072593 h 1623733"/>
              <a:gd name="connsiteX17" fmla="*/ 1528578 w 1623733"/>
              <a:gd name="connsiteY17" fmla="*/ 1167748 h 1623733"/>
              <a:gd name="connsiteX18" fmla="*/ 1167748 w 1623733"/>
              <a:gd name="connsiteY18" fmla="*/ 1167748 h 1623733"/>
              <a:gd name="connsiteX19" fmla="*/ 1167748 w 1623733"/>
              <a:gd name="connsiteY19" fmla="*/ 1528578 h 1623733"/>
              <a:gd name="connsiteX20" fmla="*/ 1072593 w 1623733"/>
              <a:gd name="connsiteY20" fmla="*/ 1623734 h 1623733"/>
              <a:gd name="connsiteX21" fmla="*/ 646296 w 1623733"/>
              <a:gd name="connsiteY21" fmla="*/ 1434184 h 1623733"/>
              <a:gd name="connsiteX22" fmla="*/ 978199 w 1623733"/>
              <a:gd name="connsiteY22" fmla="*/ 1434184 h 1623733"/>
              <a:gd name="connsiteX23" fmla="*/ 978199 w 1623733"/>
              <a:gd name="connsiteY23" fmla="*/ 1073354 h 1623733"/>
              <a:gd name="connsiteX24" fmla="*/ 1073354 w 1623733"/>
              <a:gd name="connsiteY24" fmla="*/ 978199 h 1623733"/>
              <a:gd name="connsiteX25" fmla="*/ 1434184 w 1623733"/>
              <a:gd name="connsiteY25" fmla="*/ 978199 h 1623733"/>
              <a:gd name="connsiteX26" fmla="*/ 1434184 w 1623733"/>
              <a:gd name="connsiteY26" fmla="*/ 646296 h 1623733"/>
              <a:gd name="connsiteX27" fmla="*/ 1073354 w 1623733"/>
              <a:gd name="connsiteY27" fmla="*/ 646296 h 1623733"/>
              <a:gd name="connsiteX28" fmla="*/ 978199 w 1623733"/>
              <a:gd name="connsiteY28" fmla="*/ 551141 h 1623733"/>
              <a:gd name="connsiteX29" fmla="*/ 978199 w 1623733"/>
              <a:gd name="connsiteY29" fmla="*/ 190311 h 1623733"/>
              <a:gd name="connsiteX30" fmla="*/ 646296 w 1623733"/>
              <a:gd name="connsiteY30" fmla="*/ 190311 h 1623733"/>
              <a:gd name="connsiteX31" fmla="*/ 646296 w 1623733"/>
              <a:gd name="connsiteY31" fmla="*/ 551141 h 1623733"/>
              <a:gd name="connsiteX32" fmla="*/ 551141 w 1623733"/>
              <a:gd name="connsiteY32" fmla="*/ 646296 h 1623733"/>
              <a:gd name="connsiteX33" fmla="*/ 190311 w 1623733"/>
              <a:gd name="connsiteY33" fmla="*/ 646296 h 1623733"/>
              <a:gd name="connsiteX34" fmla="*/ 190311 w 1623733"/>
              <a:gd name="connsiteY34" fmla="*/ 978199 h 1623733"/>
              <a:gd name="connsiteX35" fmla="*/ 551141 w 1623733"/>
              <a:gd name="connsiteY35" fmla="*/ 978199 h 1623733"/>
              <a:gd name="connsiteX36" fmla="*/ 646296 w 1623733"/>
              <a:gd name="connsiteY36" fmla="*/ 1073354 h 1623733"/>
              <a:gd name="connsiteX37" fmla="*/ 646296 w 1623733"/>
              <a:gd name="connsiteY37" fmla="*/ 1434184 h 162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623733" h="1623733">
                <a:moveTo>
                  <a:pt x="1072593" y="1623734"/>
                </a:moveTo>
                <a:lnTo>
                  <a:pt x="551141" y="1623734"/>
                </a:lnTo>
                <a:cubicBezTo>
                  <a:pt x="498615" y="1623734"/>
                  <a:pt x="455985" y="1581104"/>
                  <a:pt x="455985" y="1528578"/>
                </a:cubicBezTo>
                <a:lnTo>
                  <a:pt x="455985" y="1167748"/>
                </a:lnTo>
                <a:lnTo>
                  <a:pt x="95156" y="1167748"/>
                </a:lnTo>
                <a:cubicBezTo>
                  <a:pt x="42630" y="1167748"/>
                  <a:pt x="0" y="1125119"/>
                  <a:pt x="0" y="1072593"/>
                </a:cubicBezTo>
                <a:lnTo>
                  <a:pt x="0" y="551141"/>
                </a:lnTo>
                <a:cubicBezTo>
                  <a:pt x="0" y="498615"/>
                  <a:pt x="42630" y="455985"/>
                  <a:pt x="95156" y="455985"/>
                </a:cubicBezTo>
                <a:lnTo>
                  <a:pt x="455985" y="455985"/>
                </a:lnTo>
                <a:lnTo>
                  <a:pt x="455985" y="95156"/>
                </a:lnTo>
                <a:cubicBezTo>
                  <a:pt x="455985" y="42630"/>
                  <a:pt x="498615" y="0"/>
                  <a:pt x="551141" y="0"/>
                </a:cubicBezTo>
                <a:lnTo>
                  <a:pt x="1072593" y="0"/>
                </a:lnTo>
                <a:cubicBezTo>
                  <a:pt x="1125119" y="0"/>
                  <a:pt x="1167748" y="42630"/>
                  <a:pt x="1167748" y="95156"/>
                </a:cubicBezTo>
                <a:lnTo>
                  <a:pt x="1167748" y="455985"/>
                </a:lnTo>
                <a:lnTo>
                  <a:pt x="1528578" y="455985"/>
                </a:lnTo>
                <a:cubicBezTo>
                  <a:pt x="1581104" y="455985"/>
                  <a:pt x="1623734" y="498615"/>
                  <a:pt x="1623734" y="551141"/>
                </a:cubicBezTo>
                <a:lnTo>
                  <a:pt x="1623734" y="1072593"/>
                </a:lnTo>
                <a:cubicBezTo>
                  <a:pt x="1623734" y="1125119"/>
                  <a:pt x="1581104" y="1167748"/>
                  <a:pt x="1528578" y="1167748"/>
                </a:cubicBezTo>
                <a:lnTo>
                  <a:pt x="1167748" y="1167748"/>
                </a:lnTo>
                <a:lnTo>
                  <a:pt x="1167748" y="1528578"/>
                </a:lnTo>
                <a:cubicBezTo>
                  <a:pt x="1167748" y="1581104"/>
                  <a:pt x="1125119" y="1623734"/>
                  <a:pt x="1072593" y="1623734"/>
                </a:cubicBezTo>
                <a:close/>
                <a:moveTo>
                  <a:pt x="646296" y="1434184"/>
                </a:moveTo>
                <a:lnTo>
                  <a:pt x="978199" y="1434184"/>
                </a:lnTo>
                <a:lnTo>
                  <a:pt x="978199" y="1073354"/>
                </a:lnTo>
                <a:cubicBezTo>
                  <a:pt x="978199" y="1020828"/>
                  <a:pt x="1020828" y="978199"/>
                  <a:pt x="1073354" y="978199"/>
                </a:cubicBezTo>
                <a:lnTo>
                  <a:pt x="1434184" y="978199"/>
                </a:lnTo>
                <a:lnTo>
                  <a:pt x="1434184" y="646296"/>
                </a:lnTo>
                <a:lnTo>
                  <a:pt x="1073354" y="646296"/>
                </a:lnTo>
                <a:cubicBezTo>
                  <a:pt x="1020828" y="646296"/>
                  <a:pt x="978199" y="603667"/>
                  <a:pt x="978199" y="551141"/>
                </a:cubicBezTo>
                <a:lnTo>
                  <a:pt x="978199" y="190311"/>
                </a:lnTo>
                <a:lnTo>
                  <a:pt x="646296" y="190311"/>
                </a:lnTo>
                <a:lnTo>
                  <a:pt x="646296" y="551141"/>
                </a:lnTo>
                <a:cubicBezTo>
                  <a:pt x="646296" y="603667"/>
                  <a:pt x="603667" y="646296"/>
                  <a:pt x="551141" y="646296"/>
                </a:cubicBezTo>
                <a:lnTo>
                  <a:pt x="190311" y="646296"/>
                </a:lnTo>
                <a:lnTo>
                  <a:pt x="190311" y="978199"/>
                </a:lnTo>
                <a:lnTo>
                  <a:pt x="551141" y="978199"/>
                </a:lnTo>
                <a:cubicBezTo>
                  <a:pt x="603667" y="978199"/>
                  <a:pt x="646296" y="1020828"/>
                  <a:pt x="646296" y="1073354"/>
                </a:cubicBezTo>
                <a:lnTo>
                  <a:pt x="646296" y="1434184"/>
                </a:lnTo>
                <a:close/>
              </a:path>
            </a:pathLst>
          </a:custGeom>
          <a:solidFill>
            <a:srgbClr val="208791">
              <a:alpha val="14000"/>
            </a:srgbClr>
          </a:solidFill>
          <a:ln w="7597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Graphic 17">
            <a:extLst>
              <a:ext uri="{FF2B5EF4-FFF2-40B4-BE49-F238E27FC236}">
                <a16:creationId xmlns:a16="http://schemas.microsoft.com/office/drawing/2014/main" id="{776345E8-4C4D-4BB7-AB28-5B10B42925C3}"/>
              </a:ext>
            </a:extLst>
          </p:cNvPr>
          <p:cNvSpPr/>
          <p:nvPr/>
        </p:nvSpPr>
        <p:spPr>
          <a:xfrm flipH="1">
            <a:off x="4839284" y="4038600"/>
            <a:ext cx="7352716" cy="1267400"/>
          </a:xfrm>
          <a:custGeom>
            <a:avLst/>
            <a:gdLst>
              <a:gd name="connsiteX0" fmla="*/ 4128353 w 7352716"/>
              <a:gd name="connsiteY0" fmla="*/ 1267401 h 1267400"/>
              <a:gd name="connsiteX1" fmla="*/ 4127964 w 7352716"/>
              <a:gd name="connsiteY1" fmla="*/ 1267401 h 1267400"/>
              <a:gd name="connsiteX2" fmla="*/ 4117848 w 7352716"/>
              <a:gd name="connsiteY2" fmla="*/ 1257869 h 1267400"/>
              <a:gd name="connsiteX3" fmla="*/ 4022528 w 7352716"/>
              <a:gd name="connsiteY3" fmla="*/ 90484 h 1267400"/>
              <a:gd name="connsiteX4" fmla="*/ 3873322 w 7352716"/>
              <a:gd name="connsiteY4" fmla="*/ 918606 h 1267400"/>
              <a:gd name="connsiteX5" fmla="*/ 3863012 w 7352716"/>
              <a:gd name="connsiteY5" fmla="*/ 927165 h 1267400"/>
              <a:gd name="connsiteX6" fmla="*/ 3852701 w 7352716"/>
              <a:gd name="connsiteY6" fmla="*/ 918606 h 1267400"/>
              <a:gd name="connsiteX7" fmla="*/ 3784615 w 7352716"/>
              <a:gd name="connsiteY7" fmla="*/ 543937 h 1267400"/>
              <a:gd name="connsiteX8" fmla="*/ 3738706 w 7352716"/>
              <a:gd name="connsiteY8" fmla="*/ 641592 h 1267400"/>
              <a:gd name="connsiteX9" fmla="*/ 3729368 w 7352716"/>
              <a:gd name="connsiteY9" fmla="*/ 647623 h 1267400"/>
              <a:gd name="connsiteX10" fmla="*/ 3201409 w 7352716"/>
              <a:gd name="connsiteY10" fmla="*/ 647623 h 1267400"/>
              <a:gd name="connsiteX11" fmla="*/ 3134685 w 7352716"/>
              <a:gd name="connsiteY11" fmla="*/ 886313 h 1267400"/>
              <a:gd name="connsiteX12" fmla="*/ 3123791 w 7352716"/>
              <a:gd name="connsiteY12" fmla="*/ 893900 h 1267400"/>
              <a:gd name="connsiteX13" fmla="*/ 3114259 w 7352716"/>
              <a:gd name="connsiteY13" fmla="*/ 884562 h 1267400"/>
              <a:gd name="connsiteX14" fmla="*/ 3078659 w 7352716"/>
              <a:gd name="connsiteY14" fmla="*/ 553275 h 1267400"/>
              <a:gd name="connsiteX15" fmla="*/ 2980032 w 7352716"/>
              <a:gd name="connsiteY15" fmla="*/ 1258258 h 1267400"/>
              <a:gd name="connsiteX16" fmla="*/ 2969527 w 7352716"/>
              <a:gd name="connsiteY16" fmla="*/ 1267206 h 1267400"/>
              <a:gd name="connsiteX17" fmla="*/ 2959412 w 7352716"/>
              <a:gd name="connsiteY17" fmla="*/ 1257674 h 1267400"/>
              <a:gd name="connsiteX18" fmla="*/ 2864091 w 7352716"/>
              <a:gd name="connsiteY18" fmla="*/ 90290 h 1267400"/>
              <a:gd name="connsiteX19" fmla="*/ 2714885 w 7352716"/>
              <a:gd name="connsiteY19" fmla="*/ 918411 h 1267400"/>
              <a:gd name="connsiteX20" fmla="*/ 2704575 w 7352716"/>
              <a:gd name="connsiteY20" fmla="*/ 926970 h 1267400"/>
              <a:gd name="connsiteX21" fmla="*/ 2694265 w 7352716"/>
              <a:gd name="connsiteY21" fmla="*/ 918411 h 1267400"/>
              <a:gd name="connsiteX22" fmla="*/ 2626179 w 7352716"/>
              <a:gd name="connsiteY22" fmla="*/ 543743 h 1267400"/>
              <a:gd name="connsiteX23" fmla="*/ 2580269 w 7352716"/>
              <a:gd name="connsiteY23" fmla="*/ 641398 h 1267400"/>
              <a:gd name="connsiteX24" fmla="*/ 2570932 w 7352716"/>
              <a:gd name="connsiteY24" fmla="*/ 647428 h 1267400"/>
              <a:gd name="connsiteX25" fmla="*/ 2042972 w 7352716"/>
              <a:gd name="connsiteY25" fmla="*/ 647428 h 1267400"/>
              <a:gd name="connsiteX26" fmla="*/ 1976248 w 7352716"/>
              <a:gd name="connsiteY26" fmla="*/ 886119 h 1267400"/>
              <a:gd name="connsiteX27" fmla="*/ 1965354 w 7352716"/>
              <a:gd name="connsiteY27" fmla="*/ 893705 h 1267400"/>
              <a:gd name="connsiteX28" fmla="*/ 1955822 w 7352716"/>
              <a:gd name="connsiteY28" fmla="*/ 884368 h 1267400"/>
              <a:gd name="connsiteX29" fmla="*/ 1920223 w 7352716"/>
              <a:gd name="connsiteY29" fmla="*/ 553080 h 1267400"/>
              <a:gd name="connsiteX30" fmla="*/ 1821595 w 7352716"/>
              <a:gd name="connsiteY30" fmla="*/ 1258063 h 1267400"/>
              <a:gd name="connsiteX31" fmla="*/ 1811091 w 7352716"/>
              <a:gd name="connsiteY31" fmla="*/ 1267012 h 1267400"/>
              <a:gd name="connsiteX32" fmla="*/ 1800975 w 7352716"/>
              <a:gd name="connsiteY32" fmla="*/ 1257480 h 1267400"/>
              <a:gd name="connsiteX33" fmla="*/ 1705654 w 7352716"/>
              <a:gd name="connsiteY33" fmla="*/ 90095 h 1267400"/>
              <a:gd name="connsiteX34" fmla="*/ 1556449 w 7352716"/>
              <a:gd name="connsiteY34" fmla="*/ 918216 h 1267400"/>
              <a:gd name="connsiteX35" fmla="*/ 1546138 w 7352716"/>
              <a:gd name="connsiteY35" fmla="*/ 926776 h 1267400"/>
              <a:gd name="connsiteX36" fmla="*/ 1535828 w 7352716"/>
              <a:gd name="connsiteY36" fmla="*/ 918216 h 1267400"/>
              <a:gd name="connsiteX37" fmla="*/ 1467742 w 7352716"/>
              <a:gd name="connsiteY37" fmla="*/ 543548 h 1267400"/>
              <a:gd name="connsiteX38" fmla="*/ 1421833 w 7352716"/>
              <a:gd name="connsiteY38" fmla="*/ 641203 h 1267400"/>
              <a:gd name="connsiteX39" fmla="*/ 1412495 w 7352716"/>
              <a:gd name="connsiteY39" fmla="*/ 647234 h 1267400"/>
              <a:gd name="connsiteX40" fmla="*/ 884536 w 7352716"/>
              <a:gd name="connsiteY40" fmla="*/ 647234 h 1267400"/>
              <a:gd name="connsiteX41" fmla="*/ 817812 w 7352716"/>
              <a:gd name="connsiteY41" fmla="*/ 885924 h 1267400"/>
              <a:gd name="connsiteX42" fmla="*/ 806918 w 7352716"/>
              <a:gd name="connsiteY42" fmla="*/ 893511 h 1267400"/>
              <a:gd name="connsiteX43" fmla="*/ 797386 w 7352716"/>
              <a:gd name="connsiteY43" fmla="*/ 884173 h 1267400"/>
              <a:gd name="connsiteX44" fmla="*/ 761786 w 7352716"/>
              <a:gd name="connsiteY44" fmla="*/ 552886 h 1267400"/>
              <a:gd name="connsiteX45" fmla="*/ 663159 w 7352716"/>
              <a:gd name="connsiteY45" fmla="*/ 1257869 h 1267400"/>
              <a:gd name="connsiteX46" fmla="*/ 652654 w 7352716"/>
              <a:gd name="connsiteY46" fmla="*/ 1266817 h 1267400"/>
              <a:gd name="connsiteX47" fmla="*/ 642538 w 7352716"/>
              <a:gd name="connsiteY47" fmla="*/ 1257285 h 1267400"/>
              <a:gd name="connsiteX48" fmla="*/ 547218 w 7352716"/>
              <a:gd name="connsiteY48" fmla="*/ 89900 h 1267400"/>
              <a:gd name="connsiteX49" fmla="*/ 398012 w 7352716"/>
              <a:gd name="connsiteY49" fmla="*/ 918022 h 1267400"/>
              <a:gd name="connsiteX50" fmla="*/ 387702 w 7352716"/>
              <a:gd name="connsiteY50" fmla="*/ 926581 h 1267400"/>
              <a:gd name="connsiteX51" fmla="*/ 377392 w 7352716"/>
              <a:gd name="connsiteY51" fmla="*/ 918022 h 1267400"/>
              <a:gd name="connsiteX52" fmla="*/ 309305 w 7352716"/>
              <a:gd name="connsiteY52" fmla="*/ 543354 h 1267400"/>
              <a:gd name="connsiteX53" fmla="*/ 263396 w 7352716"/>
              <a:gd name="connsiteY53" fmla="*/ 641009 h 1267400"/>
              <a:gd name="connsiteX54" fmla="*/ 254058 w 7352716"/>
              <a:gd name="connsiteY54" fmla="*/ 647039 h 1267400"/>
              <a:gd name="connsiteX55" fmla="*/ 10310 w 7352716"/>
              <a:gd name="connsiteY55" fmla="*/ 647039 h 1267400"/>
              <a:gd name="connsiteX56" fmla="*/ 0 w 7352716"/>
              <a:gd name="connsiteY56" fmla="*/ 637313 h 1267400"/>
              <a:gd name="connsiteX57" fmla="*/ 10310 w 7352716"/>
              <a:gd name="connsiteY57" fmla="*/ 627002 h 1267400"/>
              <a:gd name="connsiteX58" fmla="*/ 247444 w 7352716"/>
              <a:gd name="connsiteY58" fmla="*/ 627002 h 1267400"/>
              <a:gd name="connsiteX59" fmla="*/ 304248 w 7352716"/>
              <a:gd name="connsiteY59" fmla="*/ 505809 h 1267400"/>
              <a:gd name="connsiteX60" fmla="*/ 314947 w 7352716"/>
              <a:gd name="connsiteY60" fmla="*/ 499973 h 1267400"/>
              <a:gd name="connsiteX61" fmla="*/ 323895 w 7352716"/>
              <a:gd name="connsiteY61" fmla="*/ 508338 h 1267400"/>
              <a:gd name="connsiteX62" fmla="*/ 387507 w 7352716"/>
              <a:gd name="connsiteY62" fmla="*/ 858495 h 1267400"/>
              <a:gd name="connsiteX63" fmla="*/ 540798 w 7352716"/>
              <a:gd name="connsiteY63" fmla="*/ 8586 h 1267400"/>
              <a:gd name="connsiteX64" fmla="*/ 551498 w 7352716"/>
              <a:gd name="connsiteY64" fmla="*/ 27 h 1267400"/>
              <a:gd name="connsiteX65" fmla="*/ 561419 w 7352716"/>
              <a:gd name="connsiteY65" fmla="*/ 9559 h 1267400"/>
              <a:gd name="connsiteX66" fmla="*/ 655572 w 7352716"/>
              <a:gd name="connsiteY66" fmla="*/ 1162548 h 1267400"/>
              <a:gd name="connsiteX67" fmla="*/ 752838 w 7352716"/>
              <a:gd name="connsiteY67" fmla="*/ 467292 h 1267400"/>
              <a:gd name="connsiteX68" fmla="*/ 763343 w 7352716"/>
              <a:gd name="connsiteY68" fmla="*/ 458343 h 1267400"/>
              <a:gd name="connsiteX69" fmla="*/ 773458 w 7352716"/>
              <a:gd name="connsiteY69" fmla="*/ 467681 h 1267400"/>
              <a:gd name="connsiteX70" fmla="*/ 812170 w 7352716"/>
              <a:gd name="connsiteY70" fmla="*/ 828732 h 1267400"/>
              <a:gd name="connsiteX71" fmla="*/ 866444 w 7352716"/>
              <a:gd name="connsiteY71" fmla="*/ 634395 h 1267400"/>
              <a:gd name="connsiteX72" fmla="*/ 876366 w 7352716"/>
              <a:gd name="connsiteY72" fmla="*/ 626808 h 1267400"/>
              <a:gd name="connsiteX73" fmla="*/ 1405687 w 7352716"/>
              <a:gd name="connsiteY73" fmla="*/ 626808 h 1267400"/>
              <a:gd name="connsiteX74" fmla="*/ 1462879 w 7352716"/>
              <a:gd name="connsiteY74" fmla="*/ 505809 h 1267400"/>
              <a:gd name="connsiteX75" fmla="*/ 1473578 w 7352716"/>
              <a:gd name="connsiteY75" fmla="*/ 499973 h 1267400"/>
              <a:gd name="connsiteX76" fmla="*/ 1482526 w 7352716"/>
              <a:gd name="connsiteY76" fmla="*/ 508338 h 1267400"/>
              <a:gd name="connsiteX77" fmla="*/ 1546138 w 7352716"/>
              <a:gd name="connsiteY77" fmla="*/ 858495 h 1267400"/>
              <a:gd name="connsiteX78" fmla="*/ 1699235 w 7352716"/>
              <a:gd name="connsiteY78" fmla="*/ 8586 h 1267400"/>
              <a:gd name="connsiteX79" fmla="*/ 1710129 w 7352716"/>
              <a:gd name="connsiteY79" fmla="*/ 27 h 1267400"/>
              <a:gd name="connsiteX80" fmla="*/ 1720050 w 7352716"/>
              <a:gd name="connsiteY80" fmla="*/ 9559 h 1267400"/>
              <a:gd name="connsiteX81" fmla="*/ 1814203 w 7352716"/>
              <a:gd name="connsiteY81" fmla="*/ 1162548 h 1267400"/>
              <a:gd name="connsiteX82" fmla="*/ 1911469 w 7352716"/>
              <a:gd name="connsiteY82" fmla="*/ 467292 h 1267400"/>
              <a:gd name="connsiteX83" fmla="*/ 1921974 w 7352716"/>
              <a:gd name="connsiteY83" fmla="*/ 458343 h 1267400"/>
              <a:gd name="connsiteX84" fmla="*/ 1932089 w 7352716"/>
              <a:gd name="connsiteY84" fmla="*/ 467681 h 1267400"/>
              <a:gd name="connsiteX85" fmla="*/ 1970801 w 7352716"/>
              <a:gd name="connsiteY85" fmla="*/ 828732 h 1267400"/>
              <a:gd name="connsiteX86" fmla="*/ 2025076 w 7352716"/>
              <a:gd name="connsiteY86" fmla="*/ 634395 h 1267400"/>
              <a:gd name="connsiteX87" fmla="*/ 2034997 w 7352716"/>
              <a:gd name="connsiteY87" fmla="*/ 626808 h 1267400"/>
              <a:gd name="connsiteX88" fmla="*/ 2564318 w 7352716"/>
              <a:gd name="connsiteY88" fmla="*/ 626808 h 1267400"/>
              <a:gd name="connsiteX89" fmla="*/ 2621315 w 7352716"/>
              <a:gd name="connsiteY89" fmla="*/ 505809 h 1267400"/>
              <a:gd name="connsiteX90" fmla="*/ 2632015 w 7352716"/>
              <a:gd name="connsiteY90" fmla="*/ 499973 h 1267400"/>
              <a:gd name="connsiteX91" fmla="*/ 2640963 w 7352716"/>
              <a:gd name="connsiteY91" fmla="*/ 508338 h 1267400"/>
              <a:gd name="connsiteX92" fmla="*/ 2704575 w 7352716"/>
              <a:gd name="connsiteY92" fmla="*/ 858495 h 1267400"/>
              <a:gd name="connsiteX93" fmla="*/ 2857671 w 7352716"/>
              <a:gd name="connsiteY93" fmla="*/ 8586 h 1267400"/>
              <a:gd name="connsiteX94" fmla="*/ 2868371 w 7352716"/>
              <a:gd name="connsiteY94" fmla="*/ 27 h 1267400"/>
              <a:gd name="connsiteX95" fmla="*/ 2878292 w 7352716"/>
              <a:gd name="connsiteY95" fmla="*/ 9559 h 1267400"/>
              <a:gd name="connsiteX96" fmla="*/ 2972445 w 7352716"/>
              <a:gd name="connsiteY96" fmla="*/ 1162548 h 1267400"/>
              <a:gd name="connsiteX97" fmla="*/ 3069711 w 7352716"/>
              <a:gd name="connsiteY97" fmla="*/ 467292 h 1267400"/>
              <a:gd name="connsiteX98" fmla="*/ 3080216 w 7352716"/>
              <a:gd name="connsiteY98" fmla="*/ 458343 h 1267400"/>
              <a:gd name="connsiteX99" fmla="*/ 3090331 w 7352716"/>
              <a:gd name="connsiteY99" fmla="*/ 467681 h 1267400"/>
              <a:gd name="connsiteX100" fmla="*/ 3129043 w 7352716"/>
              <a:gd name="connsiteY100" fmla="*/ 828732 h 1267400"/>
              <a:gd name="connsiteX101" fmla="*/ 3183318 w 7352716"/>
              <a:gd name="connsiteY101" fmla="*/ 634395 h 1267400"/>
              <a:gd name="connsiteX102" fmla="*/ 3193239 w 7352716"/>
              <a:gd name="connsiteY102" fmla="*/ 626808 h 1267400"/>
              <a:gd name="connsiteX103" fmla="*/ 3722560 w 7352716"/>
              <a:gd name="connsiteY103" fmla="*/ 626808 h 1267400"/>
              <a:gd name="connsiteX104" fmla="*/ 3779752 w 7352716"/>
              <a:gd name="connsiteY104" fmla="*/ 505809 h 1267400"/>
              <a:gd name="connsiteX105" fmla="*/ 3790451 w 7352716"/>
              <a:gd name="connsiteY105" fmla="*/ 499973 h 1267400"/>
              <a:gd name="connsiteX106" fmla="*/ 3799400 w 7352716"/>
              <a:gd name="connsiteY106" fmla="*/ 508338 h 1267400"/>
              <a:gd name="connsiteX107" fmla="*/ 3863012 w 7352716"/>
              <a:gd name="connsiteY107" fmla="*/ 858495 h 1267400"/>
              <a:gd name="connsiteX108" fmla="*/ 4016108 w 7352716"/>
              <a:gd name="connsiteY108" fmla="*/ 8586 h 1267400"/>
              <a:gd name="connsiteX109" fmla="*/ 4026807 w 7352716"/>
              <a:gd name="connsiteY109" fmla="*/ 27 h 1267400"/>
              <a:gd name="connsiteX110" fmla="*/ 4036728 w 7352716"/>
              <a:gd name="connsiteY110" fmla="*/ 9559 h 1267400"/>
              <a:gd name="connsiteX111" fmla="*/ 4130882 w 7352716"/>
              <a:gd name="connsiteY111" fmla="*/ 1162548 h 1267400"/>
              <a:gd name="connsiteX112" fmla="*/ 4228148 w 7352716"/>
              <a:gd name="connsiteY112" fmla="*/ 467292 h 1267400"/>
              <a:gd name="connsiteX113" fmla="*/ 4238652 w 7352716"/>
              <a:gd name="connsiteY113" fmla="*/ 458343 h 1267400"/>
              <a:gd name="connsiteX114" fmla="*/ 4248768 w 7352716"/>
              <a:gd name="connsiteY114" fmla="*/ 467681 h 1267400"/>
              <a:gd name="connsiteX115" fmla="*/ 4287480 w 7352716"/>
              <a:gd name="connsiteY115" fmla="*/ 828732 h 1267400"/>
              <a:gd name="connsiteX116" fmla="*/ 4341754 w 7352716"/>
              <a:gd name="connsiteY116" fmla="*/ 634395 h 1267400"/>
              <a:gd name="connsiteX117" fmla="*/ 4351675 w 7352716"/>
              <a:gd name="connsiteY117" fmla="*/ 626808 h 1267400"/>
              <a:gd name="connsiteX118" fmla="*/ 7342407 w 7352716"/>
              <a:gd name="connsiteY118" fmla="*/ 626808 h 1267400"/>
              <a:gd name="connsiteX119" fmla="*/ 7352717 w 7352716"/>
              <a:gd name="connsiteY119" fmla="*/ 637118 h 1267400"/>
              <a:gd name="connsiteX120" fmla="*/ 7342407 w 7352716"/>
              <a:gd name="connsiteY120" fmla="*/ 647428 h 1267400"/>
              <a:gd name="connsiteX121" fmla="*/ 4360040 w 7352716"/>
              <a:gd name="connsiteY121" fmla="*/ 647428 h 1267400"/>
              <a:gd name="connsiteX122" fmla="*/ 4293316 w 7352716"/>
              <a:gd name="connsiteY122" fmla="*/ 886119 h 1267400"/>
              <a:gd name="connsiteX123" fmla="*/ 4282422 w 7352716"/>
              <a:gd name="connsiteY123" fmla="*/ 893705 h 1267400"/>
              <a:gd name="connsiteX124" fmla="*/ 4272890 w 7352716"/>
              <a:gd name="connsiteY124" fmla="*/ 884368 h 1267400"/>
              <a:gd name="connsiteX125" fmla="*/ 4237291 w 7352716"/>
              <a:gd name="connsiteY125" fmla="*/ 553080 h 1267400"/>
              <a:gd name="connsiteX126" fmla="*/ 4138663 w 7352716"/>
              <a:gd name="connsiteY126" fmla="*/ 1258063 h 1267400"/>
              <a:gd name="connsiteX127" fmla="*/ 4128353 w 7352716"/>
              <a:gd name="connsiteY127" fmla="*/ 1267401 h 126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7352716" h="1267400">
                <a:moveTo>
                  <a:pt x="4128353" y="1267401"/>
                </a:moveTo>
                <a:cubicBezTo>
                  <a:pt x="4128158" y="1267401"/>
                  <a:pt x="4128158" y="1267401"/>
                  <a:pt x="4127964" y="1267401"/>
                </a:cubicBezTo>
                <a:cubicBezTo>
                  <a:pt x="4122711" y="1267206"/>
                  <a:pt x="4118432" y="1263121"/>
                  <a:pt x="4117848" y="1257869"/>
                </a:cubicBezTo>
                <a:lnTo>
                  <a:pt x="4022528" y="90484"/>
                </a:lnTo>
                <a:lnTo>
                  <a:pt x="3873322" y="918606"/>
                </a:lnTo>
                <a:cubicBezTo>
                  <a:pt x="3872349" y="923469"/>
                  <a:pt x="3868069" y="927165"/>
                  <a:pt x="3863012" y="927165"/>
                </a:cubicBezTo>
                <a:cubicBezTo>
                  <a:pt x="3857954" y="927165"/>
                  <a:pt x="3853674" y="923663"/>
                  <a:pt x="3852701" y="918606"/>
                </a:cubicBezTo>
                <a:lnTo>
                  <a:pt x="3784615" y="543937"/>
                </a:lnTo>
                <a:lnTo>
                  <a:pt x="3738706" y="641592"/>
                </a:lnTo>
                <a:cubicBezTo>
                  <a:pt x="3736955" y="645288"/>
                  <a:pt x="3733259" y="647623"/>
                  <a:pt x="3729368" y="647623"/>
                </a:cubicBezTo>
                <a:lnTo>
                  <a:pt x="3201409" y="647623"/>
                </a:lnTo>
                <a:lnTo>
                  <a:pt x="3134685" y="886313"/>
                </a:lnTo>
                <a:cubicBezTo>
                  <a:pt x="3133323" y="891177"/>
                  <a:pt x="3128654" y="894289"/>
                  <a:pt x="3123791" y="893900"/>
                </a:cubicBezTo>
                <a:cubicBezTo>
                  <a:pt x="3118733" y="893511"/>
                  <a:pt x="3114842" y="889620"/>
                  <a:pt x="3114259" y="884562"/>
                </a:cubicBezTo>
                <a:lnTo>
                  <a:pt x="3078659" y="553275"/>
                </a:lnTo>
                <a:lnTo>
                  <a:pt x="2980032" y="1258258"/>
                </a:lnTo>
                <a:cubicBezTo>
                  <a:pt x="2979254" y="1263510"/>
                  <a:pt x="2974780" y="1267595"/>
                  <a:pt x="2969527" y="1267206"/>
                </a:cubicBezTo>
                <a:cubicBezTo>
                  <a:pt x="2964275" y="1267012"/>
                  <a:pt x="2959995" y="1262927"/>
                  <a:pt x="2959412" y="1257674"/>
                </a:cubicBezTo>
                <a:lnTo>
                  <a:pt x="2864091" y="90290"/>
                </a:lnTo>
                <a:lnTo>
                  <a:pt x="2714885" y="918411"/>
                </a:lnTo>
                <a:cubicBezTo>
                  <a:pt x="2713912" y="923274"/>
                  <a:pt x="2709633" y="926970"/>
                  <a:pt x="2704575" y="926970"/>
                </a:cubicBezTo>
                <a:cubicBezTo>
                  <a:pt x="2699517" y="926970"/>
                  <a:pt x="2695238" y="923469"/>
                  <a:pt x="2694265" y="918411"/>
                </a:cubicBezTo>
                <a:lnTo>
                  <a:pt x="2626179" y="543743"/>
                </a:lnTo>
                <a:lnTo>
                  <a:pt x="2580269" y="641398"/>
                </a:lnTo>
                <a:cubicBezTo>
                  <a:pt x="2578518" y="645094"/>
                  <a:pt x="2574822" y="647428"/>
                  <a:pt x="2570932" y="647428"/>
                </a:cubicBezTo>
                <a:lnTo>
                  <a:pt x="2042972" y="647428"/>
                </a:lnTo>
                <a:lnTo>
                  <a:pt x="1976248" y="886119"/>
                </a:lnTo>
                <a:cubicBezTo>
                  <a:pt x="1974886" y="890982"/>
                  <a:pt x="1970412" y="894094"/>
                  <a:pt x="1965354" y="893705"/>
                </a:cubicBezTo>
                <a:cubicBezTo>
                  <a:pt x="1960296" y="893316"/>
                  <a:pt x="1956406" y="889426"/>
                  <a:pt x="1955822" y="884368"/>
                </a:cubicBezTo>
                <a:lnTo>
                  <a:pt x="1920223" y="553080"/>
                </a:lnTo>
                <a:lnTo>
                  <a:pt x="1821595" y="1258063"/>
                </a:lnTo>
                <a:cubicBezTo>
                  <a:pt x="1820817" y="1263316"/>
                  <a:pt x="1816537" y="1267401"/>
                  <a:pt x="1811091" y="1267012"/>
                </a:cubicBezTo>
                <a:cubicBezTo>
                  <a:pt x="1805838" y="1266817"/>
                  <a:pt x="1801559" y="1262732"/>
                  <a:pt x="1800975" y="1257480"/>
                </a:cubicBezTo>
                <a:lnTo>
                  <a:pt x="1705654" y="90095"/>
                </a:lnTo>
                <a:lnTo>
                  <a:pt x="1556449" y="918216"/>
                </a:lnTo>
                <a:cubicBezTo>
                  <a:pt x="1555476" y="923080"/>
                  <a:pt x="1551196" y="926776"/>
                  <a:pt x="1546138" y="926776"/>
                </a:cubicBezTo>
                <a:cubicBezTo>
                  <a:pt x="1541081" y="926776"/>
                  <a:pt x="1536801" y="923274"/>
                  <a:pt x="1535828" y="918216"/>
                </a:cubicBezTo>
                <a:lnTo>
                  <a:pt x="1467742" y="543548"/>
                </a:lnTo>
                <a:lnTo>
                  <a:pt x="1421833" y="641203"/>
                </a:lnTo>
                <a:cubicBezTo>
                  <a:pt x="1420082" y="644899"/>
                  <a:pt x="1416386" y="647234"/>
                  <a:pt x="1412495" y="647234"/>
                </a:cubicBezTo>
                <a:lnTo>
                  <a:pt x="884536" y="647234"/>
                </a:lnTo>
                <a:lnTo>
                  <a:pt x="817812" y="885924"/>
                </a:lnTo>
                <a:cubicBezTo>
                  <a:pt x="816450" y="890787"/>
                  <a:pt x="811781" y="893900"/>
                  <a:pt x="806918" y="893511"/>
                </a:cubicBezTo>
                <a:cubicBezTo>
                  <a:pt x="801860" y="893122"/>
                  <a:pt x="797969" y="889231"/>
                  <a:pt x="797386" y="884173"/>
                </a:cubicBezTo>
                <a:lnTo>
                  <a:pt x="761786" y="552886"/>
                </a:lnTo>
                <a:lnTo>
                  <a:pt x="663159" y="1257869"/>
                </a:lnTo>
                <a:cubicBezTo>
                  <a:pt x="662381" y="1263121"/>
                  <a:pt x="657906" y="1267206"/>
                  <a:pt x="652654" y="1266817"/>
                </a:cubicBezTo>
                <a:cubicBezTo>
                  <a:pt x="647402" y="1266623"/>
                  <a:pt x="643122" y="1262538"/>
                  <a:pt x="642538" y="1257285"/>
                </a:cubicBezTo>
                <a:lnTo>
                  <a:pt x="547218" y="89900"/>
                </a:lnTo>
                <a:lnTo>
                  <a:pt x="398012" y="918022"/>
                </a:lnTo>
                <a:cubicBezTo>
                  <a:pt x="397039" y="922885"/>
                  <a:pt x="392760" y="926581"/>
                  <a:pt x="387702" y="926581"/>
                </a:cubicBezTo>
                <a:cubicBezTo>
                  <a:pt x="382644" y="926581"/>
                  <a:pt x="378364" y="923080"/>
                  <a:pt x="377392" y="918022"/>
                </a:cubicBezTo>
                <a:lnTo>
                  <a:pt x="309305" y="543354"/>
                </a:lnTo>
                <a:lnTo>
                  <a:pt x="263396" y="641009"/>
                </a:lnTo>
                <a:cubicBezTo>
                  <a:pt x="261645" y="644705"/>
                  <a:pt x="257949" y="647039"/>
                  <a:pt x="254058" y="647039"/>
                </a:cubicBezTo>
                <a:lnTo>
                  <a:pt x="10310" y="647039"/>
                </a:lnTo>
                <a:cubicBezTo>
                  <a:pt x="4669" y="647623"/>
                  <a:pt x="0" y="642954"/>
                  <a:pt x="0" y="637313"/>
                </a:cubicBezTo>
                <a:cubicBezTo>
                  <a:pt x="0" y="631671"/>
                  <a:pt x="4669" y="627002"/>
                  <a:pt x="10310" y="627002"/>
                </a:cubicBezTo>
                <a:lnTo>
                  <a:pt x="247444" y="627002"/>
                </a:lnTo>
                <a:lnTo>
                  <a:pt x="304248" y="505809"/>
                </a:lnTo>
                <a:cubicBezTo>
                  <a:pt x="306193" y="501724"/>
                  <a:pt x="310473" y="499390"/>
                  <a:pt x="314947" y="499973"/>
                </a:cubicBezTo>
                <a:cubicBezTo>
                  <a:pt x="319421" y="500557"/>
                  <a:pt x="322923" y="504058"/>
                  <a:pt x="323895" y="508338"/>
                </a:cubicBezTo>
                <a:lnTo>
                  <a:pt x="387507" y="858495"/>
                </a:lnTo>
                <a:lnTo>
                  <a:pt x="540798" y="8586"/>
                </a:lnTo>
                <a:cubicBezTo>
                  <a:pt x="541771" y="3528"/>
                  <a:pt x="546245" y="-362"/>
                  <a:pt x="551498" y="27"/>
                </a:cubicBezTo>
                <a:cubicBezTo>
                  <a:pt x="556750" y="221"/>
                  <a:pt x="560835" y="4307"/>
                  <a:pt x="561419" y="9559"/>
                </a:cubicBezTo>
                <a:lnTo>
                  <a:pt x="655572" y="1162548"/>
                </a:lnTo>
                <a:lnTo>
                  <a:pt x="752838" y="467292"/>
                </a:lnTo>
                <a:cubicBezTo>
                  <a:pt x="753616" y="462040"/>
                  <a:pt x="757896" y="458149"/>
                  <a:pt x="763343" y="458343"/>
                </a:cubicBezTo>
                <a:cubicBezTo>
                  <a:pt x="768595" y="458343"/>
                  <a:pt x="772875" y="462429"/>
                  <a:pt x="773458" y="467681"/>
                </a:cubicBezTo>
                <a:lnTo>
                  <a:pt x="812170" y="828732"/>
                </a:lnTo>
                <a:lnTo>
                  <a:pt x="866444" y="634395"/>
                </a:lnTo>
                <a:cubicBezTo>
                  <a:pt x="867612" y="629920"/>
                  <a:pt x="871697" y="626808"/>
                  <a:pt x="876366" y="626808"/>
                </a:cubicBezTo>
                <a:lnTo>
                  <a:pt x="1405687" y="626808"/>
                </a:lnTo>
                <a:lnTo>
                  <a:pt x="1462879" y="505809"/>
                </a:lnTo>
                <a:cubicBezTo>
                  <a:pt x="1464824" y="501724"/>
                  <a:pt x="1469104" y="499390"/>
                  <a:pt x="1473578" y="499973"/>
                </a:cubicBezTo>
                <a:cubicBezTo>
                  <a:pt x="1478052" y="500557"/>
                  <a:pt x="1481554" y="504058"/>
                  <a:pt x="1482526" y="508338"/>
                </a:cubicBezTo>
                <a:lnTo>
                  <a:pt x="1546138" y="858495"/>
                </a:lnTo>
                <a:lnTo>
                  <a:pt x="1699235" y="8586"/>
                </a:lnTo>
                <a:cubicBezTo>
                  <a:pt x="1700208" y="3528"/>
                  <a:pt x="1704876" y="-168"/>
                  <a:pt x="1710129" y="27"/>
                </a:cubicBezTo>
                <a:cubicBezTo>
                  <a:pt x="1715381" y="221"/>
                  <a:pt x="1719466" y="4307"/>
                  <a:pt x="1720050" y="9559"/>
                </a:cubicBezTo>
                <a:lnTo>
                  <a:pt x="1814203" y="1162548"/>
                </a:lnTo>
                <a:lnTo>
                  <a:pt x="1911469" y="467292"/>
                </a:lnTo>
                <a:cubicBezTo>
                  <a:pt x="1912247" y="462040"/>
                  <a:pt x="1916138" y="458343"/>
                  <a:pt x="1921974" y="458343"/>
                </a:cubicBezTo>
                <a:cubicBezTo>
                  <a:pt x="1927226" y="458343"/>
                  <a:pt x="1931506" y="462429"/>
                  <a:pt x="1932089" y="467681"/>
                </a:cubicBezTo>
                <a:lnTo>
                  <a:pt x="1970801" y="828732"/>
                </a:lnTo>
                <a:lnTo>
                  <a:pt x="2025076" y="634395"/>
                </a:lnTo>
                <a:cubicBezTo>
                  <a:pt x="2026243" y="629920"/>
                  <a:pt x="2030328" y="626808"/>
                  <a:pt x="2034997" y="626808"/>
                </a:cubicBezTo>
                <a:lnTo>
                  <a:pt x="2564318" y="626808"/>
                </a:lnTo>
                <a:lnTo>
                  <a:pt x="2621315" y="505809"/>
                </a:lnTo>
                <a:cubicBezTo>
                  <a:pt x="2623261" y="501724"/>
                  <a:pt x="2627541" y="499390"/>
                  <a:pt x="2632015" y="499973"/>
                </a:cubicBezTo>
                <a:cubicBezTo>
                  <a:pt x="2636489" y="500557"/>
                  <a:pt x="2639991" y="504058"/>
                  <a:pt x="2640963" y="508338"/>
                </a:cubicBezTo>
                <a:lnTo>
                  <a:pt x="2704575" y="858495"/>
                </a:lnTo>
                <a:lnTo>
                  <a:pt x="2857671" y="8586"/>
                </a:lnTo>
                <a:cubicBezTo>
                  <a:pt x="2858644" y="3528"/>
                  <a:pt x="2863118" y="-362"/>
                  <a:pt x="2868371" y="27"/>
                </a:cubicBezTo>
                <a:cubicBezTo>
                  <a:pt x="2873623" y="221"/>
                  <a:pt x="2877708" y="4307"/>
                  <a:pt x="2878292" y="9559"/>
                </a:cubicBezTo>
                <a:lnTo>
                  <a:pt x="2972445" y="1162548"/>
                </a:lnTo>
                <a:lnTo>
                  <a:pt x="3069711" y="467292"/>
                </a:lnTo>
                <a:cubicBezTo>
                  <a:pt x="3070489" y="462040"/>
                  <a:pt x="3075158" y="458149"/>
                  <a:pt x="3080216" y="458343"/>
                </a:cubicBezTo>
                <a:cubicBezTo>
                  <a:pt x="3085468" y="458343"/>
                  <a:pt x="3089748" y="462429"/>
                  <a:pt x="3090331" y="467681"/>
                </a:cubicBezTo>
                <a:lnTo>
                  <a:pt x="3129043" y="828732"/>
                </a:lnTo>
                <a:lnTo>
                  <a:pt x="3183318" y="634395"/>
                </a:lnTo>
                <a:cubicBezTo>
                  <a:pt x="3184485" y="629920"/>
                  <a:pt x="3188570" y="626808"/>
                  <a:pt x="3193239" y="626808"/>
                </a:cubicBezTo>
                <a:lnTo>
                  <a:pt x="3722560" y="626808"/>
                </a:lnTo>
                <a:lnTo>
                  <a:pt x="3779752" y="505809"/>
                </a:lnTo>
                <a:cubicBezTo>
                  <a:pt x="3781697" y="501724"/>
                  <a:pt x="3785977" y="499390"/>
                  <a:pt x="3790451" y="499973"/>
                </a:cubicBezTo>
                <a:cubicBezTo>
                  <a:pt x="3794925" y="500557"/>
                  <a:pt x="3798427" y="504058"/>
                  <a:pt x="3799400" y="508338"/>
                </a:cubicBezTo>
                <a:lnTo>
                  <a:pt x="3863012" y="858495"/>
                </a:lnTo>
                <a:lnTo>
                  <a:pt x="4016108" y="8586"/>
                </a:lnTo>
                <a:cubicBezTo>
                  <a:pt x="4017081" y="3528"/>
                  <a:pt x="4021750" y="-168"/>
                  <a:pt x="4026807" y="27"/>
                </a:cubicBezTo>
                <a:cubicBezTo>
                  <a:pt x="4032060" y="221"/>
                  <a:pt x="4036145" y="4307"/>
                  <a:pt x="4036728" y="9559"/>
                </a:cubicBezTo>
                <a:lnTo>
                  <a:pt x="4130882" y="1162548"/>
                </a:lnTo>
                <a:lnTo>
                  <a:pt x="4228148" y="467292"/>
                </a:lnTo>
                <a:cubicBezTo>
                  <a:pt x="4228926" y="462040"/>
                  <a:pt x="4233206" y="458149"/>
                  <a:pt x="4238652" y="458343"/>
                </a:cubicBezTo>
                <a:cubicBezTo>
                  <a:pt x="4243905" y="458343"/>
                  <a:pt x="4248185" y="462429"/>
                  <a:pt x="4248768" y="467681"/>
                </a:cubicBezTo>
                <a:lnTo>
                  <a:pt x="4287480" y="828732"/>
                </a:lnTo>
                <a:lnTo>
                  <a:pt x="4341754" y="634395"/>
                </a:lnTo>
                <a:cubicBezTo>
                  <a:pt x="4342921" y="629920"/>
                  <a:pt x="4347007" y="626808"/>
                  <a:pt x="4351675" y="626808"/>
                </a:cubicBezTo>
                <a:lnTo>
                  <a:pt x="7342407" y="626808"/>
                </a:lnTo>
                <a:cubicBezTo>
                  <a:pt x="7348048" y="626808"/>
                  <a:pt x="7352717" y="631477"/>
                  <a:pt x="7352717" y="637118"/>
                </a:cubicBezTo>
                <a:cubicBezTo>
                  <a:pt x="7352717" y="642760"/>
                  <a:pt x="7348048" y="647428"/>
                  <a:pt x="7342407" y="647428"/>
                </a:cubicBezTo>
                <a:lnTo>
                  <a:pt x="4360040" y="647428"/>
                </a:lnTo>
                <a:lnTo>
                  <a:pt x="4293316" y="886119"/>
                </a:lnTo>
                <a:cubicBezTo>
                  <a:pt x="4291954" y="890982"/>
                  <a:pt x="4287480" y="894094"/>
                  <a:pt x="4282422" y="893705"/>
                </a:cubicBezTo>
                <a:cubicBezTo>
                  <a:pt x="4277364" y="893316"/>
                  <a:pt x="4273474" y="889426"/>
                  <a:pt x="4272890" y="884368"/>
                </a:cubicBezTo>
                <a:lnTo>
                  <a:pt x="4237291" y="553080"/>
                </a:lnTo>
                <a:lnTo>
                  <a:pt x="4138663" y="1258063"/>
                </a:lnTo>
                <a:cubicBezTo>
                  <a:pt x="4137885" y="1263510"/>
                  <a:pt x="4133605" y="1267401"/>
                  <a:pt x="4128353" y="1267401"/>
                </a:cubicBezTo>
                <a:close/>
              </a:path>
            </a:pathLst>
          </a:custGeom>
          <a:solidFill>
            <a:srgbClr val="208791"/>
          </a:solidFill>
          <a:ln w="1945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EEB8A-B726-4E48-BF27-EFB553CBBEB0}"/>
              </a:ext>
            </a:extLst>
          </p:cNvPr>
          <p:cNvSpPr txBox="1"/>
          <p:nvPr/>
        </p:nvSpPr>
        <p:spPr>
          <a:xfrm>
            <a:off x="2832552" y="2715161"/>
            <a:ext cx="6455613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8000" spc="600">
                <a:solidFill>
                  <a:srgbClr val="208791"/>
                </a:solidFill>
                <a:latin typeface="Rosario" pitchFamily="2" charset="0"/>
                <a:cs typeface="Rosario" pitchFamily="2" charset="0"/>
              </a:rPr>
              <a:t>THANK YOU</a:t>
            </a:r>
            <a:endParaRPr lang="en-IN" sz="7200" spc="600">
              <a:solidFill>
                <a:srgbClr val="208791"/>
              </a:solidFill>
              <a:latin typeface="Rosario" pitchFamily="2" charset="0"/>
              <a:cs typeface="Rosario" pitchFamily="2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68394D-DE58-ED24-B196-B0A3AB5FCAD9}"/>
              </a:ext>
            </a:extLst>
          </p:cNvPr>
          <p:cNvSpPr txBox="1"/>
          <p:nvPr/>
        </p:nvSpPr>
        <p:spPr>
          <a:xfrm>
            <a:off x="-62630" y="6596390"/>
            <a:ext cx="10735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>
                <a:latin typeface="DM Sans" pitchFamily="2" charset="0"/>
              </a:rPr>
              <a:t>Credits to </a:t>
            </a:r>
            <a:r>
              <a:rPr lang="en-US" sz="1050" err="1">
                <a:latin typeface="DM Sans" pitchFamily="2" charset="0"/>
                <a:hlinkClick r:id="rId2"/>
              </a:rPr>
              <a:t>SlideChef</a:t>
            </a:r>
            <a:r>
              <a:rPr lang="en-US" sz="1050">
                <a:latin typeface="DM Sans" pitchFamily="2" charset="0"/>
                <a:hlinkClick r:id="rId2"/>
              </a:rPr>
              <a:t>-Download Free PowerPoint templates and Google Slides themes</a:t>
            </a:r>
            <a:r>
              <a:rPr lang="en-US" sz="1050">
                <a:latin typeface="DM Sans" pitchFamily="2" charset="0"/>
              </a:rPr>
              <a:t> for the template</a:t>
            </a:r>
            <a:endParaRPr lang="it-IT" sz="105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222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C2A25030C9CA4180DF799D8DD9D415" ma:contentTypeVersion="18" ma:contentTypeDescription="Create a new document." ma:contentTypeScope="" ma:versionID="19846a3ea85c246b6fc209aa4a9f5d49">
  <xsd:schema xmlns:xsd="http://www.w3.org/2001/XMLSchema" xmlns:xs="http://www.w3.org/2001/XMLSchema" xmlns:p="http://schemas.microsoft.com/office/2006/metadata/properties" xmlns:ns3="b4d29032-370f-4bfe-843d-36a7baaf2270" xmlns:ns4="e068eedc-442f-402c-85e5-9fd86d46c652" targetNamespace="http://schemas.microsoft.com/office/2006/metadata/properties" ma:root="true" ma:fieldsID="0f79f2cb0aff938fd44c92b12977338b" ns3:_="" ns4:_="">
    <xsd:import namespace="b4d29032-370f-4bfe-843d-36a7baaf2270"/>
    <xsd:import namespace="e068eedc-442f-402c-85e5-9fd86d46c65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LengthInSeconds" minOccurs="0"/>
                <xsd:element ref="ns4:MediaServiceLocation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d29032-370f-4bfe-843d-36a7baaf227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8eedc-442f-402c-85e5-9fd86d46c6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68eedc-442f-402c-85e5-9fd86d46c652" xsi:nil="true"/>
  </documentManagement>
</p:properties>
</file>

<file path=customXml/itemProps1.xml><?xml version="1.0" encoding="utf-8"?>
<ds:datastoreItem xmlns:ds="http://schemas.openxmlformats.org/officeDocument/2006/customXml" ds:itemID="{E0143002-1432-4C16-B50D-B943A14FFE3C}">
  <ds:schemaRefs>
    <ds:schemaRef ds:uri="b4d29032-370f-4bfe-843d-36a7baaf2270"/>
    <ds:schemaRef ds:uri="e068eedc-442f-402c-85e5-9fd86d46c6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DFDE4FC-9FAD-4E8F-B27A-A50606498D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672596-0F41-4853-B2C7-D633C7DC580D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b4d29032-370f-4bfe-843d-36a7baaf2270"/>
    <ds:schemaRef ds:uri="http://purl.org/dc/dcmitype/"/>
    <ds:schemaRef ds:uri="e068eedc-442f-402c-85e5-9fd86d46c652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Widescreen</PresentationFormat>
  <Paragraphs>44</Paragraphs>
  <Slides>9</Slides>
  <Notes>0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DM Sans</vt:lpstr>
      <vt:lpstr>DM Sans Medium</vt:lpstr>
      <vt:lpstr>Rosario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Aswanth Kumar A</dc:creator>
  <cp:lastModifiedBy>ANTONIO BOCCAROSSA</cp:lastModifiedBy>
  <cp:revision>1</cp:revision>
  <dcterms:created xsi:type="dcterms:W3CDTF">2022-04-27T04:09:33Z</dcterms:created>
  <dcterms:modified xsi:type="dcterms:W3CDTF">2025-05-31T22:35:03Z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0x010100E9C2A25030C9CA4180DF799D8DD9D415</vt:lpwstr>
  </property>
</Properties>
</file>